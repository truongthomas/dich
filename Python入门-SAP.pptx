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54" r:id="rId2"/>
    <p:sldMasterId id="2147483658" r:id="rId3"/>
    <p:sldMasterId id="2147483663" r:id="rId4"/>
  </p:sldMasterIdLst>
  <p:notesMasterIdLst>
    <p:notesMasterId r:id="rId15"/>
  </p:notesMasterIdLst>
  <p:handoutMasterIdLst>
    <p:handoutMasterId r:id="rId16"/>
  </p:handoutMasterIdLst>
  <p:sldIdLst>
    <p:sldId id="505" r:id="rId5"/>
    <p:sldId id="911" r:id="rId6"/>
    <p:sldId id="912" r:id="rId7"/>
    <p:sldId id="913" r:id="rId8"/>
    <p:sldId id="914" r:id="rId9"/>
    <p:sldId id="915" r:id="rId10"/>
    <p:sldId id="916" r:id="rId11"/>
    <p:sldId id="917" r:id="rId12"/>
    <p:sldId id="918" r:id="rId13"/>
    <p:sldId id="903" r:id="rId1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8">
          <p15:clr>
            <a:srgbClr val="A4A3A4"/>
          </p15:clr>
        </p15:guide>
        <p15:guide id="2" pos="2922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860" autoAdjust="0"/>
    <p:restoredTop sz="94660"/>
  </p:normalViewPr>
  <p:slideViewPr>
    <p:cSldViewPr snapToGrid="0">
      <p:cViewPr varScale="1">
        <p:scale>
          <a:sx n="96" d="100"/>
          <a:sy n="96" d="100"/>
        </p:scale>
        <p:origin x="798" y="45"/>
      </p:cViewPr>
      <p:guideLst>
        <p:guide orient="horz" pos="2258"/>
        <p:guide pos="292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TW" altLang="en-US" smtClean="0"/>
              <a:t>2025/02/21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854199"/>
            <a:ext cx="6858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2025/2/21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bg>
      <p:bgPr>
        <a:blipFill rotWithShape="1">
          <a:blip r:embed="rId2">
            <a:alphaModFix amt="21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392113" y="948743"/>
            <a:ext cx="7094537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628650" y="1863725"/>
            <a:ext cx="78867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grpSp>
        <p:nvGrpSpPr>
          <p:cNvPr id="5" name="组合 5"/>
          <p:cNvGrpSpPr/>
          <p:nvPr userDrawn="1"/>
        </p:nvGrpSpPr>
        <p:grpSpPr>
          <a:xfrm>
            <a:off x="-1906" y="2641"/>
            <a:ext cx="9145787" cy="718411"/>
            <a:chOff x="-1" y="190175"/>
            <a:chExt cx="9145786" cy="525795"/>
          </a:xfrm>
        </p:grpSpPr>
        <p:sp>
          <p:nvSpPr>
            <p:cNvPr id="10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12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16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7" name="矩形 16"/>
          <p:cNvSpPr/>
          <p:nvPr userDrawn="1"/>
        </p:nvSpPr>
        <p:spPr>
          <a:xfrm>
            <a:off x="0" y="6123215"/>
            <a:ext cx="9144000" cy="54614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0" y="6669360"/>
            <a:ext cx="9144000" cy="18864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0" y="1997136"/>
            <a:ext cx="7084431" cy="1791128"/>
            <a:chOff x="-1" y="2037922"/>
            <a:chExt cx="12192763" cy="1791128"/>
          </a:xfrm>
        </p:grpSpPr>
        <p:sp>
          <p:nvSpPr>
            <p:cNvPr id="6" name="矩形 5"/>
            <p:cNvSpPr/>
            <p:nvPr/>
          </p:nvSpPr>
          <p:spPr>
            <a:xfrm>
              <a:off x="762" y="2038350"/>
              <a:ext cx="12192000" cy="17907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762" y="2037922"/>
              <a:ext cx="12192000" cy="7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3752264"/>
              <a:ext cx="12192000" cy="7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391"/>
          <a:stretch>
            <a:fillRect/>
          </a:stretch>
        </p:blipFill>
        <p:spPr>
          <a:xfrm flipH="1">
            <a:off x="6143625" y="0"/>
            <a:ext cx="3000375" cy="6858000"/>
          </a:xfrm>
          <a:prstGeom prst="rect">
            <a:avLst/>
          </a:prstGeom>
        </p:spPr>
      </p:pic>
      <p:sp>
        <p:nvSpPr>
          <p:cNvPr id="10" name="文本框 5"/>
          <p:cNvSpPr txBox="1"/>
          <p:nvPr userDrawn="1"/>
        </p:nvSpPr>
        <p:spPr>
          <a:xfrm>
            <a:off x="1371600" y="2328817"/>
            <a:ext cx="41857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spc="600" dirty="0">
                <a:solidFill>
                  <a:schemeClr val="bg1"/>
                </a:solidFill>
              </a:rPr>
              <a:t>感谢聆听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占位符 7"/>
          <p:cNvSpPr>
            <a:spLocks noGrp="1"/>
          </p:cNvSpPr>
          <p:nvPr>
            <p:ph type="pic" sz="quarter" idx="13"/>
          </p:nvPr>
        </p:nvSpPr>
        <p:spPr>
          <a:xfrm>
            <a:off x="1328737" y="1277273"/>
            <a:ext cx="2171700" cy="3243933"/>
          </a:xfrm>
          <a:custGeom>
            <a:avLst/>
            <a:gdLst>
              <a:gd name="connsiteX0" fmla="*/ 1447800 w 2895600"/>
              <a:gd name="connsiteY0" fmla="*/ 0 h 3243933"/>
              <a:gd name="connsiteX1" fmla="*/ 1595195 w 2895600"/>
              <a:gd name="connsiteY1" fmla="*/ 33860 h 3243933"/>
              <a:gd name="connsiteX2" fmla="*/ 2748205 w 2895600"/>
              <a:gd name="connsiteY2" fmla="*/ 699160 h 3243933"/>
              <a:gd name="connsiteX3" fmla="*/ 2895600 w 2895600"/>
              <a:gd name="connsiteY3" fmla="*/ 955776 h 3243933"/>
              <a:gd name="connsiteX4" fmla="*/ 2895600 w 2895600"/>
              <a:gd name="connsiteY4" fmla="*/ 2286376 h 3243933"/>
              <a:gd name="connsiteX5" fmla="*/ 2748205 w 2895600"/>
              <a:gd name="connsiteY5" fmla="*/ 2542992 h 3243933"/>
              <a:gd name="connsiteX6" fmla="*/ 1595195 w 2895600"/>
              <a:gd name="connsiteY6" fmla="*/ 3208293 h 3243933"/>
              <a:gd name="connsiteX7" fmla="*/ 1300405 w 2895600"/>
              <a:gd name="connsiteY7" fmla="*/ 3208293 h 3243933"/>
              <a:gd name="connsiteX8" fmla="*/ 147395 w 2895600"/>
              <a:gd name="connsiteY8" fmla="*/ 2542992 h 3243933"/>
              <a:gd name="connsiteX9" fmla="*/ 0 w 2895600"/>
              <a:gd name="connsiteY9" fmla="*/ 2286376 h 3243933"/>
              <a:gd name="connsiteX10" fmla="*/ 0 w 2895600"/>
              <a:gd name="connsiteY10" fmla="*/ 955776 h 3243933"/>
              <a:gd name="connsiteX11" fmla="*/ 147395 w 2895600"/>
              <a:gd name="connsiteY11" fmla="*/ 699160 h 3243933"/>
              <a:gd name="connsiteX12" fmla="*/ 1300405 w 2895600"/>
              <a:gd name="connsiteY12" fmla="*/ 33860 h 3243933"/>
              <a:gd name="connsiteX13" fmla="*/ 1447800 w 2895600"/>
              <a:gd name="connsiteY13" fmla="*/ 0 h 324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895600" h="3243933">
                <a:moveTo>
                  <a:pt x="1447800" y="0"/>
                </a:moveTo>
                <a:cubicBezTo>
                  <a:pt x="1501290" y="0"/>
                  <a:pt x="1554780" y="11287"/>
                  <a:pt x="1595195" y="33860"/>
                </a:cubicBezTo>
                <a:cubicBezTo>
                  <a:pt x="2748205" y="699160"/>
                  <a:pt x="2748205" y="699160"/>
                  <a:pt x="2748205" y="699160"/>
                </a:cubicBezTo>
                <a:cubicBezTo>
                  <a:pt x="2829035" y="746681"/>
                  <a:pt x="2895600" y="863109"/>
                  <a:pt x="2895600" y="955776"/>
                </a:cubicBezTo>
                <a:cubicBezTo>
                  <a:pt x="2895600" y="2286376"/>
                  <a:pt x="2895600" y="2286376"/>
                  <a:pt x="2895600" y="2286376"/>
                </a:cubicBezTo>
                <a:cubicBezTo>
                  <a:pt x="2895600" y="2381419"/>
                  <a:pt x="2829035" y="2495471"/>
                  <a:pt x="2748205" y="2542992"/>
                </a:cubicBezTo>
                <a:cubicBezTo>
                  <a:pt x="1595195" y="3208293"/>
                  <a:pt x="1595195" y="3208293"/>
                  <a:pt x="1595195" y="3208293"/>
                </a:cubicBezTo>
                <a:cubicBezTo>
                  <a:pt x="1514366" y="3255814"/>
                  <a:pt x="1381235" y="3255814"/>
                  <a:pt x="1300405" y="3208293"/>
                </a:cubicBezTo>
                <a:cubicBezTo>
                  <a:pt x="147395" y="2542992"/>
                  <a:pt x="147395" y="2542992"/>
                  <a:pt x="147395" y="2542992"/>
                </a:cubicBezTo>
                <a:cubicBezTo>
                  <a:pt x="66566" y="2495471"/>
                  <a:pt x="0" y="2381419"/>
                  <a:pt x="0" y="2286376"/>
                </a:cubicBezTo>
                <a:lnTo>
                  <a:pt x="0" y="955776"/>
                </a:lnTo>
                <a:cubicBezTo>
                  <a:pt x="0" y="863109"/>
                  <a:pt x="66566" y="746681"/>
                  <a:pt x="147395" y="699160"/>
                </a:cubicBezTo>
                <a:cubicBezTo>
                  <a:pt x="1300405" y="33860"/>
                  <a:pt x="1300405" y="33860"/>
                  <a:pt x="1300405" y="33860"/>
                </a:cubicBezTo>
                <a:cubicBezTo>
                  <a:pt x="1340820" y="11287"/>
                  <a:pt x="1394310" y="0"/>
                  <a:pt x="14478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E4E7C-442E-4252-8F73-431B51547955}" type="datetimeFigureOut">
              <a:rPr lang="zh-CN" altLang="en-US" smtClean="0"/>
              <a:t>2025/2/21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74968-826C-4EDC-B75A-CA0618E1F6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854199"/>
            <a:ext cx="6858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2025/2/21</a:t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2025/2/21</a:t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90257" y="854039"/>
            <a:ext cx="7832784" cy="781051"/>
            <a:chOff x="3725790" y="847725"/>
            <a:chExt cx="3730770" cy="781050"/>
          </a:xfrm>
        </p:grpSpPr>
        <p:grpSp>
          <p:nvGrpSpPr>
            <p:cNvPr id="10" name="组合 9"/>
            <p:cNvGrpSpPr/>
            <p:nvPr/>
          </p:nvGrpSpPr>
          <p:grpSpPr>
            <a:xfrm>
              <a:off x="3725790" y="1019175"/>
              <a:ext cx="627135" cy="609600"/>
              <a:chOff x="3725790" y="1019175"/>
              <a:chExt cx="627135" cy="609600"/>
            </a:xfrm>
          </p:grpSpPr>
          <p:sp>
            <p:nvSpPr>
              <p:cNvPr id="15" name="任意多边形 11"/>
              <p:cNvSpPr/>
              <p:nvPr/>
            </p:nvSpPr>
            <p:spPr>
              <a:xfrm>
                <a:off x="3725790" y="1019175"/>
                <a:ext cx="627135" cy="609600"/>
              </a:xfrm>
              <a:custGeom>
                <a:avLst/>
                <a:gdLst>
                  <a:gd name="connsiteX0" fmla="*/ 0 w 627135"/>
                  <a:gd name="connsiteY0" fmla="*/ 0 h 609600"/>
                  <a:gd name="connsiteX1" fmla="*/ 627135 w 627135"/>
                  <a:gd name="connsiteY1" fmla="*/ 0 h 609600"/>
                  <a:gd name="connsiteX2" fmla="*/ 627135 w 627135"/>
                  <a:gd name="connsiteY2" fmla="*/ 609600 h 609600"/>
                  <a:gd name="connsiteX3" fmla="*/ 1783 w 627135"/>
                  <a:gd name="connsiteY3" fmla="*/ 609600 h 609600"/>
                  <a:gd name="connsiteX4" fmla="*/ 305666 w 627135"/>
                  <a:gd name="connsiteY4" fmla="*/ 30080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7135" h="609600">
                    <a:moveTo>
                      <a:pt x="0" y="0"/>
                    </a:moveTo>
                    <a:lnTo>
                      <a:pt x="627135" y="0"/>
                    </a:lnTo>
                    <a:lnTo>
                      <a:pt x="627135" y="609600"/>
                    </a:lnTo>
                    <a:lnTo>
                      <a:pt x="1783" y="609600"/>
                    </a:lnTo>
                    <a:lnTo>
                      <a:pt x="305666" y="30080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直角三角形 15"/>
              <p:cNvSpPr/>
              <p:nvPr/>
            </p:nvSpPr>
            <p:spPr>
              <a:xfrm rot="5400000" flipV="1">
                <a:off x="4181475" y="1457325"/>
                <a:ext cx="171450" cy="171450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 flipH="1">
              <a:off x="6829425" y="1019175"/>
              <a:ext cx="627135" cy="609600"/>
              <a:chOff x="3725790" y="1019175"/>
              <a:chExt cx="627135" cy="609600"/>
            </a:xfrm>
          </p:grpSpPr>
          <p:sp>
            <p:nvSpPr>
              <p:cNvPr id="13" name="任意多边形 9"/>
              <p:cNvSpPr/>
              <p:nvPr/>
            </p:nvSpPr>
            <p:spPr>
              <a:xfrm>
                <a:off x="3725790" y="1019175"/>
                <a:ext cx="627135" cy="609600"/>
              </a:xfrm>
              <a:custGeom>
                <a:avLst/>
                <a:gdLst>
                  <a:gd name="connsiteX0" fmla="*/ 0 w 627135"/>
                  <a:gd name="connsiteY0" fmla="*/ 0 h 609600"/>
                  <a:gd name="connsiteX1" fmla="*/ 627135 w 627135"/>
                  <a:gd name="connsiteY1" fmla="*/ 0 h 609600"/>
                  <a:gd name="connsiteX2" fmla="*/ 627135 w 627135"/>
                  <a:gd name="connsiteY2" fmla="*/ 609600 h 609600"/>
                  <a:gd name="connsiteX3" fmla="*/ 1783 w 627135"/>
                  <a:gd name="connsiteY3" fmla="*/ 609600 h 609600"/>
                  <a:gd name="connsiteX4" fmla="*/ 305666 w 627135"/>
                  <a:gd name="connsiteY4" fmla="*/ 30080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7135" h="609600">
                    <a:moveTo>
                      <a:pt x="0" y="0"/>
                    </a:moveTo>
                    <a:lnTo>
                      <a:pt x="627135" y="0"/>
                    </a:lnTo>
                    <a:lnTo>
                      <a:pt x="627135" y="609600"/>
                    </a:lnTo>
                    <a:lnTo>
                      <a:pt x="1783" y="609600"/>
                    </a:lnTo>
                    <a:lnTo>
                      <a:pt x="305666" y="30080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直角三角形 13"/>
              <p:cNvSpPr/>
              <p:nvPr/>
            </p:nvSpPr>
            <p:spPr>
              <a:xfrm rot="5400000" flipV="1">
                <a:off x="4181475" y="1457325"/>
                <a:ext cx="171450" cy="171450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2" name="矩形 11"/>
            <p:cNvSpPr/>
            <p:nvPr/>
          </p:nvSpPr>
          <p:spPr>
            <a:xfrm>
              <a:off x="4181475" y="847725"/>
              <a:ext cx="2819400" cy="6096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7" name="组合 16"/>
          <p:cNvGrpSpPr/>
          <p:nvPr userDrawn="1"/>
        </p:nvGrpSpPr>
        <p:grpSpPr>
          <a:xfrm>
            <a:off x="1754535" y="2048547"/>
            <a:ext cx="5693399" cy="415498"/>
            <a:chOff x="1807265" y="2462595"/>
            <a:chExt cx="5693399" cy="415498"/>
          </a:xfrm>
          <a:solidFill>
            <a:schemeClr val="bg2"/>
          </a:solidFill>
        </p:grpSpPr>
        <p:sp>
          <p:nvSpPr>
            <p:cNvPr id="18" name="圆角矩形 46"/>
            <p:cNvSpPr/>
            <p:nvPr/>
          </p:nvSpPr>
          <p:spPr>
            <a:xfrm>
              <a:off x="1807265" y="2478527"/>
              <a:ext cx="5693399" cy="394154"/>
            </a:xfrm>
            <a:prstGeom prst="roundRect">
              <a:avLst>
                <a:gd name="adj" fmla="val 20658"/>
              </a:avLst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883286" y="2462595"/>
              <a:ext cx="3007662" cy="41549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endParaRPr lang="zh-CN" altLang="en-US" sz="2100" spc="225" dirty="0">
                <a:solidFill>
                  <a:srgbClr val="FFFFFF"/>
                </a:solidFill>
                <a:latin typeface="Microsoft YaHei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1754535" y="2753555"/>
            <a:ext cx="5693399" cy="426278"/>
            <a:chOff x="1807265" y="2935089"/>
            <a:chExt cx="5693399" cy="426278"/>
          </a:xfrm>
        </p:grpSpPr>
        <p:sp>
          <p:nvSpPr>
            <p:cNvPr id="21" name="圆角矩形 48"/>
            <p:cNvSpPr/>
            <p:nvPr/>
          </p:nvSpPr>
          <p:spPr>
            <a:xfrm>
              <a:off x="1807265" y="2935089"/>
              <a:ext cx="5693399" cy="394200"/>
            </a:xfrm>
            <a:prstGeom prst="roundRect">
              <a:avLst>
                <a:gd name="adj" fmla="val 20658"/>
              </a:avLst>
            </a:prstGeom>
            <a:solidFill>
              <a:srgbClr val="E6E6E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881814" y="2945869"/>
              <a:ext cx="18473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2100" spc="225" dirty="0">
                <a:solidFill>
                  <a:srgbClr val="000000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1754535" y="3469343"/>
            <a:ext cx="5693399" cy="426278"/>
            <a:chOff x="1807265" y="3400693"/>
            <a:chExt cx="5693399" cy="426278"/>
          </a:xfrm>
        </p:grpSpPr>
        <p:sp>
          <p:nvSpPr>
            <p:cNvPr id="24" name="圆角矩形 50"/>
            <p:cNvSpPr/>
            <p:nvPr/>
          </p:nvSpPr>
          <p:spPr>
            <a:xfrm>
              <a:off x="1807265" y="3400693"/>
              <a:ext cx="5693399" cy="394200"/>
            </a:xfrm>
            <a:prstGeom prst="roundRect">
              <a:avLst>
                <a:gd name="adj" fmla="val 20658"/>
              </a:avLst>
            </a:prstGeom>
            <a:solidFill>
              <a:srgbClr val="E6E6E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881814" y="3411473"/>
              <a:ext cx="18473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2100" spc="225" dirty="0">
                <a:solidFill>
                  <a:srgbClr val="000000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 userDrawn="1"/>
        </p:nvGrpSpPr>
        <p:grpSpPr>
          <a:xfrm>
            <a:off x="1754535" y="4185131"/>
            <a:ext cx="5693399" cy="426279"/>
            <a:chOff x="1807265" y="3866296"/>
            <a:chExt cx="5693399" cy="426279"/>
          </a:xfrm>
        </p:grpSpPr>
        <p:sp>
          <p:nvSpPr>
            <p:cNvPr id="27" name="圆角矩形 52"/>
            <p:cNvSpPr/>
            <p:nvPr/>
          </p:nvSpPr>
          <p:spPr>
            <a:xfrm>
              <a:off x="1807265" y="3866296"/>
              <a:ext cx="5693399" cy="394200"/>
            </a:xfrm>
            <a:prstGeom prst="roundRect">
              <a:avLst>
                <a:gd name="adj" fmla="val 20658"/>
              </a:avLst>
            </a:prstGeom>
            <a:solidFill>
              <a:srgbClr val="E6E6E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881814" y="3877077"/>
              <a:ext cx="18473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2100" spc="225" dirty="0">
                <a:solidFill>
                  <a:srgbClr val="000000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</a:endParaRPr>
            </a:p>
          </p:txBody>
        </p:sp>
      </p:grpSp>
      <p:sp>
        <p:nvSpPr>
          <p:cNvPr id="29" name="圆角矩形 42"/>
          <p:cNvSpPr/>
          <p:nvPr userDrawn="1"/>
        </p:nvSpPr>
        <p:spPr>
          <a:xfrm>
            <a:off x="1765367" y="4900919"/>
            <a:ext cx="5693399" cy="394200"/>
          </a:xfrm>
          <a:prstGeom prst="roundRect">
            <a:avLst>
              <a:gd name="adj" fmla="val 20658"/>
            </a:avLst>
          </a:prstGeom>
          <a:solidFill>
            <a:srgbClr val="E6E6E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endParaRPr lang="zh-CN" altLang="en-US" sz="2100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30" name="圆角矩形 1"/>
          <p:cNvSpPr/>
          <p:nvPr userDrawn="1"/>
        </p:nvSpPr>
        <p:spPr>
          <a:xfrm>
            <a:off x="1784416" y="5511788"/>
            <a:ext cx="5693399" cy="394200"/>
          </a:xfrm>
          <a:prstGeom prst="roundRect">
            <a:avLst>
              <a:gd name="adj" fmla="val 20658"/>
            </a:avLst>
          </a:prstGeom>
          <a:solidFill>
            <a:srgbClr val="E6E6E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100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34" name="文本占位符 33"/>
          <p:cNvSpPr>
            <a:spLocks noGrp="1"/>
          </p:cNvSpPr>
          <p:nvPr>
            <p:ph type="body" sz="quarter" idx="13" hasCustomPrompt="1"/>
          </p:nvPr>
        </p:nvSpPr>
        <p:spPr>
          <a:xfrm>
            <a:off x="2106613" y="854075"/>
            <a:ext cx="4954587" cy="523875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FFC00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6" name="文本占位符 35"/>
          <p:cNvSpPr>
            <a:spLocks noGrp="1"/>
          </p:cNvSpPr>
          <p:nvPr>
            <p:ph type="body" sz="quarter" idx="14" hasCustomPrompt="1"/>
          </p:nvPr>
        </p:nvSpPr>
        <p:spPr>
          <a:xfrm>
            <a:off x="1920875" y="2063750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7" name="文本占位符 35"/>
          <p:cNvSpPr>
            <a:spLocks noGrp="1"/>
          </p:cNvSpPr>
          <p:nvPr>
            <p:ph type="body" sz="quarter" idx="15" hasCustomPrompt="1"/>
          </p:nvPr>
        </p:nvSpPr>
        <p:spPr>
          <a:xfrm>
            <a:off x="1920875" y="2747372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1920875" y="3468767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9" name="文本占位符 35"/>
          <p:cNvSpPr>
            <a:spLocks noGrp="1"/>
          </p:cNvSpPr>
          <p:nvPr>
            <p:ph type="body" sz="quarter" idx="17" hasCustomPrompt="1"/>
          </p:nvPr>
        </p:nvSpPr>
        <p:spPr>
          <a:xfrm>
            <a:off x="1920875" y="5532807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0" name="文本占位符 35"/>
          <p:cNvSpPr>
            <a:spLocks noGrp="1"/>
          </p:cNvSpPr>
          <p:nvPr>
            <p:ph type="body" sz="quarter" idx="18" hasCustomPrompt="1"/>
          </p:nvPr>
        </p:nvSpPr>
        <p:spPr>
          <a:xfrm>
            <a:off x="1920875" y="4176649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1" name="文本占位符 35"/>
          <p:cNvSpPr>
            <a:spLocks noGrp="1"/>
          </p:cNvSpPr>
          <p:nvPr>
            <p:ph type="body" sz="quarter" idx="19" hasCustomPrompt="1"/>
          </p:nvPr>
        </p:nvSpPr>
        <p:spPr>
          <a:xfrm>
            <a:off x="1920875" y="4906446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2" name="矩形 41"/>
          <p:cNvSpPr/>
          <p:nvPr userDrawn="1"/>
        </p:nvSpPr>
        <p:spPr>
          <a:xfrm>
            <a:off x="0" y="-8890"/>
            <a:ext cx="9144000" cy="3822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5">
                <a:solidFill>
                  <a:prstClr val="white"/>
                </a:solidFill>
              </a:rPr>
              <a:t>大数据应用人才培养系列教材</a:t>
            </a:r>
          </a:p>
        </p:txBody>
      </p:sp>
      <p:sp>
        <p:nvSpPr>
          <p:cNvPr id="43" name="矩形 42"/>
          <p:cNvSpPr/>
          <p:nvPr userDrawn="1"/>
        </p:nvSpPr>
        <p:spPr>
          <a:xfrm>
            <a:off x="0" y="6123215"/>
            <a:ext cx="9144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0" y="6669360"/>
            <a:ext cx="9144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2025/2/21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0" y="1997136"/>
            <a:ext cx="7084431" cy="1791128"/>
            <a:chOff x="-1" y="2037922"/>
            <a:chExt cx="12192763" cy="1791128"/>
          </a:xfrm>
        </p:grpSpPr>
        <p:sp>
          <p:nvSpPr>
            <p:cNvPr id="6" name="矩形 5"/>
            <p:cNvSpPr/>
            <p:nvPr/>
          </p:nvSpPr>
          <p:spPr>
            <a:xfrm>
              <a:off x="762" y="2038350"/>
              <a:ext cx="12192000" cy="17907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762" y="2037922"/>
              <a:ext cx="12192000" cy="7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3752264"/>
              <a:ext cx="12192000" cy="7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391"/>
          <a:stretch>
            <a:fillRect/>
          </a:stretch>
        </p:blipFill>
        <p:spPr>
          <a:xfrm flipH="1">
            <a:off x="6143625" y="0"/>
            <a:ext cx="3000375" cy="6858000"/>
          </a:xfrm>
          <a:prstGeom prst="rect">
            <a:avLst/>
          </a:prstGeom>
        </p:spPr>
      </p:pic>
      <p:sp>
        <p:nvSpPr>
          <p:cNvPr id="10" name="文本框 5"/>
          <p:cNvSpPr txBox="1"/>
          <p:nvPr userDrawn="1"/>
        </p:nvSpPr>
        <p:spPr>
          <a:xfrm>
            <a:off x="1371600" y="2328817"/>
            <a:ext cx="41857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spc="600" dirty="0">
                <a:solidFill>
                  <a:srgbClr val="FFFFFF"/>
                </a:solidFill>
              </a:rPr>
              <a:t>感谢聆听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854199"/>
            <a:ext cx="6858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2025/2/21</a:t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2025/2/21</a:t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90257" y="854039"/>
            <a:ext cx="7832784" cy="781051"/>
            <a:chOff x="3725790" y="847725"/>
            <a:chExt cx="3730770" cy="781050"/>
          </a:xfrm>
        </p:grpSpPr>
        <p:grpSp>
          <p:nvGrpSpPr>
            <p:cNvPr id="10" name="组合 9"/>
            <p:cNvGrpSpPr/>
            <p:nvPr/>
          </p:nvGrpSpPr>
          <p:grpSpPr>
            <a:xfrm>
              <a:off x="3725790" y="1019175"/>
              <a:ext cx="627135" cy="609600"/>
              <a:chOff x="3725790" y="1019175"/>
              <a:chExt cx="627135" cy="609600"/>
            </a:xfrm>
          </p:grpSpPr>
          <p:sp>
            <p:nvSpPr>
              <p:cNvPr id="15" name="任意多边形 11"/>
              <p:cNvSpPr/>
              <p:nvPr/>
            </p:nvSpPr>
            <p:spPr>
              <a:xfrm>
                <a:off x="3725790" y="1019175"/>
                <a:ext cx="627135" cy="609600"/>
              </a:xfrm>
              <a:custGeom>
                <a:avLst/>
                <a:gdLst>
                  <a:gd name="connsiteX0" fmla="*/ 0 w 627135"/>
                  <a:gd name="connsiteY0" fmla="*/ 0 h 609600"/>
                  <a:gd name="connsiteX1" fmla="*/ 627135 w 627135"/>
                  <a:gd name="connsiteY1" fmla="*/ 0 h 609600"/>
                  <a:gd name="connsiteX2" fmla="*/ 627135 w 627135"/>
                  <a:gd name="connsiteY2" fmla="*/ 609600 h 609600"/>
                  <a:gd name="connsiteX3" fmla="*/ 1783 w 627135"/>
                  <a:gd name="connsiteY3" fmla="*/ 609600 h 609600"/>
                  <a:gd name="connsiteX4" fmla="*/ 305666 w 627135"/>
                  <a:gd name="connsiteY4" fmla="*/ 30080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7135" h="609600">
                    <a:moveTo>
                      <a:pt x="0" y="0"/>
                    </a:moveTo>
                    <a:lnTo>
                      <a:pt x="627135" y="0"/>
                    </a:lnTo>
                    <a:lnTo>
                      <a:pt x="627135" y="609600"/>
                    </a:lnTo>
                    <a:lnTo>
                      <a:pt x="1783" y="609600"/>
                    </a:lnTo>
                    <a:lnTo>
                      <a:pt x="305666" y="30080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直角三角形 15"/>
              <p:cNvSpPr/>
              <p:nvPr/>
            </p:nvSpPr>
            <p:spPr>
              <a:xfrm rot="5400000" flipV="1">
                <a:off x="4181475" y="1457325"/>
                <a:ext cx="171450" cy="171450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 flipH="1">
              <a:off x="6829425" y="1019175"/>
              <a:ext cx="627135" cy="609600"/>
              <a:chOff x="3725790" y="1019175"/>
              <a:chExt cx="627135" cy="609600"/>
            </a:xfrm>
          </p:grpSpPr>
          <p:sp>
            <p:nvSpPr>
              <p:cNvPr id="13" name="任意多边形 9"/>
              <p:cNvSpPr/>
              <p:nvPr/>
            </p:nvSpPr>
            <p:spPr>
              <a:xfrm>
                <a:off x="3725790" y="1019175"/>
                <a:ext cx="627135" cy="609600"/>
              </a:xfrm>
              <a:custGeom>
                <a:avLst/>
                <a:gdLst>
                  <a:gd name="connsiteX0" fmla="*/ 0 w 627135"/>
                  <a:gd name="connsiteY0" fmla="*/ 0 h 609600"/>
                  <a:gd name="connsiteX1" fmla="*/ 627135 w 627135"/>
                  <a:gd name="connsiteY1" fmla="*/ 0 h 609600"/>
                  <a:gd name="connsiteX2" fmla="*/ 627135 w 627135"/>
                  <a:gd name="connsiteY2" fmla="*/ 609600 h 609600"/>
                  <a:gd name="connsiteX3" fmla="*/ 1783 w 627135"/>
                  <a:gd name="connsiteY3" fmla="*/ 609600 h 609600"/>
                  <a:gd name="connsiteX4" fmla="*/ 305666 w 627135"/>
                  <a:gd name="connsiteY4" fmla="*/ 30080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7135" h="609600">
                    <a:moveTo>
                      <a:pt x="0" y="0"/>
                    </a:moveTo>
                    <a:lnTo>
                      <a:pt x="627135" y="0"/>
                    </a:lnTo>
                    <a:lnTo>
                      <a:pt x="627135" y="609600"/>
                    </a:lnTo>
                    <a:lnTo>
                      <a:pt x="1783" y="609600"/>
                    </a:lnTo>
                    <a:lnTo>
                      <a:pt x="305666" y="30080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直角三角形 13"/>
              <p:cNvSpPr/>
              <p:nvPr/>
            </p:nvSpPr>
            <p:spPr>
              <a:xfrm rot="5400000" flipV="1">
                <a:off x="4181475" y="1457325"/>
                <a:ext cx="171450" cy="171450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2" name="矩形 11"/>
            <p:cNvSpPr/>
            <p:nvPr/>
          </p:nvSpPr>
          <p:spPr>
            <a:xfrm>
              <a:off x="4181475" y="847725"/>
              <a:ext cx="2819400" cy="6096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7" name="组合 16"/>
          <p:cNvGrpSpPr/>
          <p:nvPr userDrawn="1"/>
        </p:nvGrpSpPr>
        <p:grpSpPr>
          <a:xfrm>
            <a:off x="1754535" y="2048547"/>
            <a:ext cx="5693399" cy="415498"/>
            <a:chOff x="1807265" y="2462595"/>
            <a:chExt cx="5693399" cy="415498"/>
          </a:xfrm>
          <a:solidFill>
            <a:schemeClr val="bg2"/>
          </a:solidFill>
        </p:grpSpPr>
        <p:sp>
          <p:nvSpPr>
            <p:cNvPr id="18" name="圆角矩形 46"/>
            <p:cNvSpPr/>
            <p:nvPr/>
          </p:nvSpPr>
          <p:spPr>
            <a:xfrm>
              <a:off x="1807265" y="2478527"/>
              <a:ext cx="5693399" cy="394154"/>
            </a:xfrm>
            <a:prstGeom prst="roundRect">
              <a:avLst>
                <a:gd name="adj" fmla="val 20658"/>
              </a:avLst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883286" y="2462595"/>
              <a:ext cx="3007662" cy="41549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endParaRPr lang="zh-CN" altLang="en-US" sz="2100" spc="225" dirty="0">
                <a:solidFill>
                  <a:srgbClr val="FFFFFF"/>
                </a:solidFill>
                <a:latin typeface="Microsoft YaHei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1754535" y="2753555"/>
            <a:ext cx="5693399" cy="426278"/>
            <a:chOff x="1807265" y="2935089"/>
            <a:chExt cx="5693399" cy="426278"/>
          </a:xfrm>
        </p:grpSpPr>
        <p:sp>
          <p:nvSpPr>
            <p:cNvPr id="21" name="圆角矩形 48"/>
            <p:cNvSpPr/>
            <p:nvPr/>
          </p:nvSpPr>
          <p:spPr>
            <a:xfrm>
              <a:off x="1807265" y="2935089"/>
              <a:ext cx="5693399" cy="394200"/>
            </a:xfrm>
            <a:prstGeom prst="roundRect">
              <a:avLst>
                <a:gd name="adj" fmla="val 20658"/>
              </a:avLst>
            </a:prstGeom>
            <a:solidFill>
              <a:srgbClr val="E6E6E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881814" y="2945869"/>
              <a:ext cx="18473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2100" spc="225" dirty="0">
                <a:solidFill>
                  <a:srgbClr val="000000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1754535" y="3469343"/>
            <a:ext cx="5693399" cy="426278"/>
            <a:chOff x="1807265" y="3400693"/>
            <a:chExt cx="5693399" cy="426278"/>
          </a:xfrm>
        </p:grpSpPr>
        <p:sp>
          <p:nvSpPr>
            <p:cNvPr id="24" name="圆角矩形 50"/>
            <p:cNvSpPr/>
            <p:nvPr/>
          </p:nvSpPr>
          <p:spPr>
            <a:xfrm>
              <a:off x="1807265" y="3400693"/>
              <a:ext cx="5693399" cy="394200"/>
            </a:xfrm>
            <a:prstGeom prst="roundRect">
              <a:avLst>
                <a:gd name="adj" fmla="val 20658"/>
              </a:avLst>
            </a:prstGeom>
            <a:solidFill>
              <a:srgbClr val="E6E6E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881814" y="3411473"/>
              <a:ext cx="18473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2100" spc="225" dirty="0">
                <a:solidFill>
                  <a:srgbClr val="000000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 userDrawn="1"/>
        </p:nvGrpSpPr>
        <p:grpSpPr>
          <a:xfrm>
            <a:off x="1754535" y="4185131"/>
            <a:ext cx="5693399" cy="426279"/>
            <a:chOff x="1807265" y="3866296"/>
            <a:chExt cx="5693399" cy="426279"/>
          </a:xfrm>
        </p:grpSpPr>
        <p:sp>
          <p:nvSpPr>
            <p:cNvPr id="27" name="圆角矩形 52"/>
            <p:cNvSpPr/>
            <p:nvPr/>
          </p:nvSpPr>
          <p:spPr>
            <a:xfrm>
              <a:off x="1807265" y="3866296"/>
              <a:ext cx="5693399" cy="394200"/>
            </a:xfrm>
            <a:prstGeom prst="roundRect">
              <a:avLst>
                <a:gd name="adj" fmla="val 20658"/>
              </a:avLst>
            </a:prstGeom>
            <a:solidFill>
              <a:srgbClr val="E6E6E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881814" y="3877077"/>
              <a:ext cx="18473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2100" spc="225" dirty="0">
                <a:solidFill>
                  <a:srgbClr val="000000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</a:endParaRPr>
            </a:p>
          </p:txBody>
        </p:sp>
      </p:grpSp>
      <p:sp>
        <p:nvSpPr>
          <p:cNvPr id="29" name="圆角矩形 42"/>
          <p:cNvSpPr/>
          <p:nvPr userDrawn="1"/>
        </p:nvSpPr>
        <p:spPr>
          <a:xfrm>
            <a:off x="1765367" y="4900919"/>
            <a:ext cx="5693399" cy="394200"/>
          </a:xfrm>
          <a:prstGeom prst="roundRect">
            <a:avLst>
              <a:gd name="adj" fmla="val 20658"/>
            </a:avLst>
          </a:prstGeom>
          <a:solidFill>
            <a:srgbClr val="E6E6E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endParaRPr lang="zh-CN" altLang="en-US" sz="2100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30" name="圆角矩形 1"/>
          <p:cNvSpPr/>
          <p:nvPr userDrawn="1"/>
        </p:nvSpPr>
        <p:spPr>
          <a:xfrm>
            <a:off x="1784416" y="5511788"/>
            <a:ext cx="5693399" cy="394200"/>
          </a:xfrm>
          <a:prstGeom prst="roundRect">
            <a:avLst>
              <a:gd name="adj" fmla="val 20658"/>
            </a:avLst>
          </a:prstGeom>
          <a:solidFill>
            <a:srgbClr val="E6E6E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100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34" name="文本占位符 33"/>
          <p:cNvSpPr>
            <a:spLocks noGrp="1"/>
          </p:cNvSpPr>
          <p:nvPr>
            <p:ph type="body" sz="quarter" idx="13" hasCustomPrompt="1"/>
          </p:nvPr>
        </p:nvSpPr>
        <p:spPr>
          <a:xfrm>
            <a:off x="2106613" y="854075"/>
            <a:ext cx="4954587" cy="523875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FFC00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6" name="文本占位符 35"/>
          <p:cNvSpPr>
            <a:spLocks noGrp="1"/>
          </p:cNvSpPr>
          <p:nvPr>
            <p:ph type="body" sz="quarter" idx="14" hasCustomPrompt="1"/>
          </p:nvPr>
        </p:nvSpPr>
        <p:spPr>
          <a:xfrm>
            <a:off x="1920875" y="2063750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7" name="文本占位符 35"/>
          <p:cNvSpPr>
            <a:spLocks noGrp="1"/>
          </p:cNvSpPr>
          <p:nvPr>
            <p:ph type="body" sz="quarter" idx="15" hasCustomPrompt="1"/>
          </p:nvPr>
        </p:nvSpPr>
        <p:spPr>
          <a:xfrm>
            <a:off x="1920875" y="2747372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1920875" y="3468767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9" name="文本占位符 35"/>
          <p:cNvSpPr>
            <a:spLocks noGrp="1"/>
          </p:cNvSpPr>
          <p:nvPr>
            <p:ph type="body" sz="quarter" idx="17" hasCustomPrompt="1"/>
          </p:nvPr>
        </p:nvSpPr>
        <p:spPr>
          <a:xfrm>
            <a:off x="1920875" y="5532807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0" name="文本占位符 35"/>
          <p:cNvSpPr>
            <a:spLocks noGrp="1"/>
          </p:cNvSpPr>
          <p:nvPr>
            <p:ph type="body" sz="quarter" idx="18" hasCustomPrompt="1"/>
          </p:nvPr>
        </p:nvSpPr>
        <p:spPr>
          <a:xfrm>
            <a:off x="1920875" y="4176649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1" name="文本占位符 35"/>
          <p:cNvSpPr>
            <a:spLocks noGrp="1"/>
          </p:cNvSpPr>
          <p:nvPr>
            <p:ph type="body" sz="quarter" idx="19" hasCustomPrompt="1"/>
          </p:nvPr>
        </p:nvSpPr>
        <p:spPr>
          <a:xfrm>
            <a:off x="1920875" y="4906446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2" name="矩形 41"/>
          <p:cNvSpPr/>
          <p:nvPr userDrawn="1"/>
        </p:nvSpPr>
        <p:spPr>
          <a:xfrm>
            <a:off x="0" y="-8890"/>
            <a:ext cx="9144000" cy="3822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5">
                <a:solidFill>
                  <a:prstClr val="white"/>
                </a:solidFill>
              </a:rPr>
              <a:t>大数据应用人才培养系列教材</a:t>
            </a:r>
          </a:p>
        </p:txBody>
      </p:sp>
      <p:sp>
        <p:nvSpPr>
          <p:cNvPr id="43" name="矩形 42"/>
          <p:cNvSpPr/>
          <p:nvPr userDrawn="1"/>
        </p:nvSpPr>
        <p:spPr>
          <a:xfrm>
            <a:off x="0" y="6123215"/>
            <a:ext cx="9144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0" y="6669360"/>
            <a:ext cx="9144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2025/2/21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9145787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392113" y="948743"/>
            <a:ext cx="7094537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628650" y="1863725"/>
            <a:ext cx="78867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5"/>
            <a:ext cx="9144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9144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2025/2/21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0" y="1997136"/>
            <a:ext cx="7084431" cy="1791128"/>
            <a:chOff x="-1" y="2037922"/>
            <a:chExt cx="12192763" cy="1791128"/>
          </a:xfrm>
        </p:grpSpPr>
        <p:sp>
          <p:nvSpPr>
            <p:cNvPr id="6" name="矩形 5"/>
            <p:cNvSpPr/>
            <p:nvPr/>
          </p:nvSpPr>
          <p:spPr>
            <a:xfrm>
              <a:off x="762" y="2038350"/>
              <a:ext cx="12192000" cy="17907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762" y="2037922"/>
              <a:ext cx="12192000" cy="7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3752264"/>
              <a:ext cx="12192000" cy="7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391"/>
          <a:stretch>
            <a:fillRect/>
          </a:stretch>
        </p:blipFill>
        <p:spPr>
          <a:xfrm flipH="1">
            <a:off x="6143625" y="0"/>
            <a:ext cx="3000375" cy="6858000"/>
          </a:xfrm>
          <a:prstGeom prst="rect">
            <a:avLst/>
          </a:prstGeom>
        </p:spPr>
      </p:pic>
      <p:sp>
        <p:nvSpPr>
          <p:cNvPr id="10" name="文本框 5"/>
          <p:cNvSpPr txBox="1"/>
          <p:nvPr userDrawn="1"/>
        </p:nvSpPr>
        <p:spPr>
          <a:xfrm>
            <a:off x="1371600" y="2328817"/>
            <a:ext cx="41857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spc="600" dirty="0">
                <a:solidFill>
                  <a:srgbClr val="FFFFFF"/>
                </a:solidFill>
              </a:rPr>
              <a:t>感谢聆听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854199"/>
            <a:ext cx="6858000" cy="1655763"/>
          </a:xfrm>
        </p:spPr>
        <p:txBody>
          <a:bodyPr anchor="b">
            <a:normAutofit/>
          </a:bodyPr>
          <a:lstStyle>
            <a:lvl1pPr algn="ctr">
              <a:defRPr sz="72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2025/2/21</a:t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2025/2/21</a:t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90257" y="854039"/>
            <a:ext cx="7832784" cy="781051"/>
            <a:chOff x="3725790" y="847725"/>
            <a:chExt cx="3730770" cy="781050"/>
          </a:xfrm>
        </p:grpSpPr>
        <p:grpSp>
          <p:nvGrpSpPr>
            <p:cNvPr id="10" name="组合 9"/>
            <p:cNvGrpSpPr/>
            <p:nvPr/>
          </p:nvGrpSpPr>
          <p:grpSpPr>
            <a:xfrm>
              <a:off x="3725790" y="1019175"/>
              <a:ext cx="627135" cy="609600"/>
              <a:chOff x="3725790" y="1019175"/>
              <a:chExt cx="627135" cy="609600"/>
            </a:xfrm>
          </p:grpSpPr>
          <p:sp>
            <p:nvSpPr>
              <p:cNvPr id="15" name="任意多边形 11"/>
              <p:cNvSpPr/>
              <p:nvPr/>
            </p:nvSpPr>
            <p:spPr>
              <a:xfrm>
                <a:off x="3725790" y="1019175"/>
                <a:ext cx="627135" cy="609600"/>
              </a:xfrm>
              <a:custGeom>
                <a:avLst/>
                <a:gdLst>
                  <a:gd name="connsiteX0" fmla="*/ 0 w 627135"/>
                  <a:gd name="connsiteY0" fmla="*/ 0 h 609600"/>
                  <a:gd name="connsiteX1" fmla="*/ 627135 w 627135"/>
                  <a:gd name="connsiteY1" fmla="*/ 0 h 609600"/>
                  <a:gd name="connsiteX2" fmla="*/ 627135 w 627135"/>
                  <a:gd name="connsiteY2" fmla="*/ 609600 h 609600"/>
                  <a:gd name="connsiteX3" fmla="*/ 1783 w 627135"/>
                  <a:gd name="connsiteY3" fmla="*/ 609600 h 609600"/>
                  <a:gd name="connsiteX4" fmla="*/ 305666 w 627135"/>
                  <a:gd name="connsiteY4" fmla="*/ 30080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7135" h="609600">
                    <a:moveTo>
                      <a:pt x="0" y="0"/>
                    </a:moveTo>
                    <a:lnTo>
                      <a:pt x="627135" y="0"/>
                    </a:lnTo>
                    <a:lnTo>
                      <a:pt x="627135" y="609600"/>
                    </a:lnTo>
                    <a:lnTo>
                      <a:pt x="1783" y="609600"/>
                    </a:lnTo>
                    <a:lnTo>
                      <a:pt x="305666" y="30080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6" name="直角三角形 15"/>
              <p:cNvSpPr/>
              <p:nvPr/>
            </p:nvSpPr>
            <p:spPr>
              <a:xfrm rot="5400000" flipV="1">
                <a:off x="4181475" y="1457325"/>
                <a:ext cx="171450" cy="171450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11" name="组合 10"/>
            <p:cNvGrpSpPr/>
            <p:nvPr/>
          </p:nvGrpSpPr>
          <p:grpSpPr>
            <a:xfrm flipH="1">
              <a:off x="6829425" y="1019175"/>
              <a:ext cx="627135" cy="609600"/>
              <a:chOff x="3725790" y="1019175"/>
              <a:chExt cx="627135" cy="609600"/>
            </a:xfrm>
          </p:grpSpPr>
          <p:sp>
            <p:nvSpPr>
              <p:cNvPr id="13" name="任意多边形 9"/>
              <p:cNvSpPr/>
              <p:nvPr/>
            </p:nvSpPr>
            <p:spPr>
              <a:xfrm>
                <a:off x="3725790" y="1019175"/>
                <a:ext cx="627135" cy="609600"/>
              </a:xfrm>
              <a:custGeom>
                <a:avLst/>
                <a:gdLst>
                  <a:gd name="connsiteX0" fmla="*/ 0 w 627135"/>
                  <a:gd name="connsiteY0" fmla="*/ 0 h 609600"/>
                  <a:gd name="connsiteX1" fmla="*/ 627135 w 627135"/>
                  <a:gd name="connsiteY1" fmla="*/ 0 h 609600"/>
                  <a:gd name="connsiteX2" fmla="*/ 627135 w 627135"/>
                  <a:gd name="connsiteY2" fmla="*/ 609600 h 609600"/>
                  <a:gd name="connsiteX3" fmla="*/ 1783 w 627135"/>
                  <a:gd name="connsiteY3" fmla="*/ 609600 h 609600"/>
                  <a:gd name="connsiteX4" fmla="*/ 305666 w 627135"/>
                  <a:gd name="connsiteY4" fmla="*/ 300804 h 609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27135" h="609600">
                    <a:moveTo>
                      <a:pt x="0" y="0"/>
                    </a:moveTo>
                    <a:lnTo>
                      <a:pt x="627135" y="0"/>
                    </a:lnTo>
                    <a:lnTo>
                      <a:pt x="627135" y="609600"/>
                    </a:lnTo>
                    <a:lnTo>
                      <a:pt x="1783" y="609600"/>
                    </a:lnTo>
                    <a:lnTo>
                      <a:pt x="305666" y="30080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14" name="直角三角形 13"/>
              <p:cNvSpPr/>
              <p:nvPr/>
            </p:nvSpPr>
            <p:spPr>
              <a:xfrm rot="5400000" flipV="1">
                <a:off x="4181475" y="1457325"/>
                <a:ext cx="171450" cy="171450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rgbClr val="FFFFFF"/>
                  </a:solidFill>
                </a:endParaRPr>
              </a:p>
            </p:txBody>
          </p:sp>
        </p:grpSp>
        <p:sp>
          <p:nvSpPr>
            <p:cNvPr id="12" name="矩形 11"/>
            <p:cNvSpPr/>
            <p:nvPr/>
          </p:nvSpPr>
          <p:spPr>
            <a:xfrm>
              <a:off x="4181475" y="847725"/>
              <a:ext cx="2819400" cy="6096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grpSp>
        <p:nvGrpSpPr>
          <p:cNvPr id="17" name="组合 16"/>
          <p:cNvGrpSpPr/>
          <p:nvPr userDrawn="1"/>
        </p:nvGrpSpPr>
        <p:grpSpPr>
          <a:xfrm>
            <a:off x="1754535" y="2048547"/>
            <a:ext cx="5693399" cy="415498"/>
            <a:chOff x="1807265" y="2462595"/>
            <a:chExt cx="5693399" cy="415498"/>
          </a:xfrm>
          <a:solidFill>
            <a:schemeClr val="bg2"/>
          </a:solidFill>
        </p:grpSpPr>
        <p:sp>
          <p:nvSpPr>
            <p:cNvPr id="18" name="圆角矩形 46"/>
            <p:cNvSpPr/>
            <p:nvPr/>
          </p:nvSpPr>
          <p:spPr>
            <a:xfrm>
              <a:off x="1807265" y="2478527"/>
              <a:ext cx="5693399" cy="394154"/>
            </a:xfrm>
            <a:prstGeom prst="roundRect">
              <a:avLst>
                <a:gd name="adj" fmla="val 20658"/>
              </a:avLst>
            </a:prstGeom>
            <a:grpFill/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19" name="矩形 18"/>
            <p:cNvSpPr/>
            <p:nvPr/>
          </p:nvSpPr>
          <p:spPr>
            <a:xfrm>
              <a:off x="1883286" y="2462595"/>
              <a:ext cx="3007662" cy="415498"/>
            </a:xfrm>
            <a:prstGeom prst="rect">
              <a:avLst/>
            </a:prstGeom>
            <a:grpFill/>
          </p:spPr>
          <p:txBody>
            <a:bodyPr wrap="square">
              <a:spAutoFit/>
            </a:bodyPr>
            <a:lstStyle/>
            <a:p>
              <a:endParaRPr lang="zh-CN" altLang="en-US" sz="2100" spc="225" dirty="0">
                <a:solidFill>
                  <a:srgbClr val="FFFFFF"/>
                </a:solidFill>
                <a:latin typeface="Microsoft YaHei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 userDrawn="1"/>
        </p:nvGrpSpPr>
        <p:grpSpPr>
          <a:xfrm>
            <a:off x="1754535" y="2753555"/>
            <a:ext cx="5693399" cy="426278"/>
            <a:chOff x="1807265" y="2935089"/>
            <a:chExt cx="5693399" cy="426278"/>
          </a:xfrm>
        </p:grpSpPr>
        <p:sp>
          <p:nvSpPr>
            <p:cNvPr id="21" name="圆角矩形 48"/>
            <p:cNvSpPr/>
            <p:nvPr/>
          </p:nvSpPr>
          <p:spPr>
            <a:xfrm>
              <a:off x="1807265" y="2935089"/>
              <a:ext cx="5693399" cy="394200"/>
            </a:xfrm>
            <a:prstGeom prst="roundRect">
              <a:avLst>
                <a:gd name="adj" fmla="val 20658"/>
              </a:avLst>
            </a:prstGeom>
            <a:solidFill>
              <a:srgbClr val="E6E6E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1881814" y="2945869"/>
              <a:ext cx="18473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2100" spc="225" dirty="0">
                <a:solidFill>
                  <a:srgbClr val="000000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 userDrawn="1"/>
        </p:nvGrpSpPr>
        <p:grpSpPr>
          <a:xfrm>
            <a:off x="1754535" y="3469343"/>
            <a:ext cx="5693399" cy="426278"/>
            <a:chOff x="1807265" y="3400693"/>
            <a:chExt cx="5693399" cy="426278"/>
          </a:xfrm>
        </p:grpSpPr>
        <p:sp>
          <p:nvSpPr>
            <p:cNvPr id="24" name="圆角矩形 50"/>
            <p:cNvSpPr/>
            <p:nvPr/>
          </p:nvSpPr>
          <p:spPr>
            <a:xfrm>
              <a:off x="1807265" y="3400693"/>
              <a:ext cx="5693399" cy="394200"/>
            </a:xfrm>
            <a:prstGeom prst="roundRect">
              <a:avLst>
                <a:gd name="adj" fmla="val 20658"/>
              </a:avLst>
            </a:prstGeom>
            <a:solidFill>
              <a:srgbClr val="E6E6E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1881814" y="3411473"/>
              <a:ext cx="18473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2100" spc="225" dirty="0">
                <a:solidFill>
                  <a:srgbClr val="000000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</a:endParaRPr>
            </a:p>
          </p:txBody>
        </p:sp>
      </p:grpSp>
      <p:grpSp>
        <p:nvGrpSpPr>
          <p:cNvPr id="26" name="组合 25"/>
          <p:cNvGrpSpPr/>
          <p:nvPr userDrawn="1"/>
        </p:nvGrpSpPr>
        <p:grpSpPr>
          <a:xfrm>
            <a:off x="1754535" y="4185131"/>
            <a:ext cx="5693399" cy="426279"/>
            <a:chOff x="1807265" y="3866296"/>
            <a:chExt cx="5693399" cy="426279"/>
          </a:xfrm>
        </p:grpSpPr>
        <p:sp>
          <p:nvSpPr>
            <p:cNvPr id="27" name="圆角矩形 52"/>
            <p:cNvSpPr/>
            <p:nvPr/>
          </p:nvSpPr>
          <p:spPr>
            <a:xfrm>
              <a:off x="1807265" y="3866296"/>
              <a:ext cx="5693399" cy="394200"/>
            </a:xfrm>
            <a:prstGeom prst="roundRect">
              <a:avLst>
                <a:gd name="adj" fmla="val 20658"/>
              </a:avLst>
            </a:prstGeom>
            <a:solidFill>
              <a:srgbClr val="E6E6E6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srgbClr val="FFFFFF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881814" y="3877077"/>
              <a:ext cx="184731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2100" spc="225" dirty="0">
                <a:solidFill>
                  <a:srgbClr val="000000">
                    <a:lumMod val="75000"/>
                    <a:lumOff val="25000"/>
                  </a:srgbClr>
                </a:solidFill>
                <a:latin typeface="Microsoft YaHei" panose="020B0503020204020204" pitchFamily="34" charset="-122"/>
              </a:endParaRPr>
            </a:p>
          </p:txBody>
        </p:sp>
      </p:grpSp>
      <p:sp>
        <p:nvSpPr>
          <p:cNvPr id="29" name="圆角矩形 42"/>
          <p:cNvSpPr/>
          <p:nvPr userDrawn="1"/>
        </p:nvSpPr>
        <p:spPr>
          <a:xfrm>
            <a:off x="1765367" y="4900919"/>
            <a:ext cx="5693399" cy="394200"/>
          </a:xfrm>
          <a:prstGeom prst="roundRect">
            <a:avLst>
              <a:gd name="adj" fmla="val 20658"/>
            </a:avLst>
          </a:prstGeom>
          <a:solidFill>
            <a:srgbClr val="E6E6E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1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 </a:t>
            </a:r>
            <a:endParaRPr lang="zh-CN" altLang="en-US" sz="2100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30" name="圆角矩形 1"/>
          <p:cNvSpPr/>
          <p:nvPr userDrawn="1"/>
        </p:nvSpPr>
        <p:spPr>
          <a:xfrm>
            <a:off x="1784416" y="5511788"/>
            <a:ext cx="5693399" cy="394200"/>
          </a:xfrm>
          <a:prstGeom prst="roundRect">
            <a:avLst>
              <a:gd name="adj" fmla="val 20658"/>
            </a:avLst>
          </a:prstGeom>
          <a:solidFill>
            <a:srgbClr val="E6E6E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 sz="2100" dirty="0">
              <a:solidFill>
                <a:srgbClr val="00000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34" name="文本占位符 33"/>
          <p:cNvSpPr>
            <a:spLocks noGrp="1"/>
          </p:cNvSpPr>
          <p:nvPr>
            <p:ph type="body" sz="quarter" idx="13" hasCustomPrompt="1"/>
          </p:nvPr>
        </p:nvSpPr>
        <p:spPr>
          <a:xfrm>
            <a:off x="2106613" y="854075"/>
            <a:ext cx="4954587" cy="523875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FFC000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6" name="文本占位符 35"/>
          <p:cNvSpPr>
            <a:spLocks noGrp="1"/>
          </p:cNvSpPr>
          <p:nvPr>
            <p:ph type="body" sz="quarter" idx="14" hasCustomPrompt="1"/>
          </p:nvPr>
        </p:nvSpPr>
        <p:spPr>
          <a:xfrm>
            <a:off x="1920875" y="2063750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7" name="文本占位符 35"/>
          <p:cNvSpPr>
            <a:spLocks noGrp="1"/>
          </p:cNvSpPr>
          <p:nvPr>
            <p:ph type="body" sz="quarter" idx="15" hasCustomPrompt="1"/>
          </p:nvPr>
        </p:nvSpPr>
        <p:spPr>
          <a:xfrm>
            <a:off x="1920875" y="2747372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8" name="文本占位符 35"/>
          <p:cNvSpPr>
            <a:spLocks noGrp="1"/>
          </p:cNvSpPr>
          <p:nvPr>
            <p:ph type="body" sz="quarter" idx="16" hasCustomPrompt="1"/>
          </p:nvPr>
        </p:nvSpPr>
        <p:spPr>
          <a:xfrm>
            <a:off x="1920875" y="3468767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39" name="文本占位符 35"/>
          <p:cNvSpPr>
            <a:spLocks noGrp="1"/>
          </p:cNvSpPr>
          <p:nvPr>
            <p:ph type="body" sz="quarter" idx="17" hasCustomPrompt="1"/>
          </p:nvPr>
        </p:nvSpPr>
        <p:spPr>
          <a:xfrm>
            <a:off x="1920875" y="5532807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0" name="文本占位符 35"/>
          <p:cNvSpPr>
            <a:spLocks noGrp="1"/>
          </p:cNvSpPr>
          <p:nvPr>
            <p:ph type="body" sz="quarter" idx="18" hasCustomPrompt="1"/>
          </p:nvPr>
        </p:nvSpPr>
        <p:spPr>
          <a:xfrm>
            <a:off x="1920875" y="4176649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1" name="文本占位符 35"/>
          <p:cNvSpPr>
            <a:spLocks noGrp="1"/>
          </p:cNvSpPr>
          <p:nvPr>
            <p:ph type="body" sz="quarter" idx="19" hasCustomPrompt="1"/>
          </p:nvPr>
        </p:nvSpPr>
        <p:spPr>
          <a:xfrm>
            <a:off x="1920875" y="4906446"/>
            <a:ext cx="5011738" cy="411163"/>
          </a:xfrm>
        </p:spPr>
        <p:txBody>
          <a:bodyPr>
            <a:normAutofit/>
          </a:bodyPr>
          <a:lstStyle>
            <a:lvl1pPr>
              <a:defRPr sz="210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2" name="矩形 41"/>
          <p:cNvSpPr/>
          <p:nvPr userDrawn="1"/>
        </p:nvSpPr>
        <p:spPr>
          <a:xfrm>
            <a:off x="0" y="-8890"/>
            <a:ext cx="9144000" cy="38227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355">
                <a:solidFill>
                  <a:prstClr val="white"/>
                </a:solidFill>
              </a:rPr>
              <a:t>大数据应用人才培养系列教材</a:t>
            </a:r>
          </a:p>
        </p:txBody>
      </p:sp>
      <p:sp>
        <p:nvSpPr>
          <p:cNvPr id="43" name="矩形 42"/>
          <p:cNvSpPr/>
          <p:nvPr userDrawn="1"/>
        </p:nvSpPr>
        <p:spPr>
          <a:xfrm>
            <a:off x="0" y="6123215"/>
            <a:ext cx="9144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44" name="矩形 43"/>
          <p:cNvSpPr/>
          <p:nvPr userDrawn="1"/>
        </p:nvSpPr>
        <p:spPr>
          <a:xfrm>
            <a:off x="0" y="6669360"/>
            <a:ext cx="9144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D7636-5BE1-44BC-BB5F-15739D9E18E1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2025/2/21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C0E1D-24C4-406F-9615-DBDA8D2D1F93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-1" y="-2439"/>
            <a:ext cx="9145787" cy="718411"/>
            <a:chOff x="-1" y="190175"/>
            <a:chExt cx="9145786" cy="525795"/>
          </a:xfrm>
        </p:grpSpPr>
        <p:sp>
          <p:nvSpPr>
            <p:cNvPr id="7" name="任意多边形 4"/>
            <p:cNvSpPr/>
            <p:nvPr/>
          </p:nvSpPr>
          <p:spPr>
            <a:xfrm>
              <a:off x="1" y="190175"/>
              <a:ext cx="9143999" cy="490975"/>
            </a:xfrm>
            <a:custGeom>
              <a:avLst/>
              <a:gdLst>
                <a:gd name="connsiteX0" fmla="*/ 0 w 12191999"/>
                <a:gd name="connsiteY0" fmla="*/ 0 h 647700"/>
                <a:gd name="connsiteX1" fmla="*/ 12191999 w 12191999"/>
                <a:gd name="connsiteY1" fmla="*/ 0 h 647700"/>
                <a:gd name="connsiteX2" fmla="*/ 12191999 w 12191999"/>
                <a:gd name="connsiteY2" fmla="*/ 4171 h 647700"/>
                <a:gd name="connsiteX3" fmla="*/ 8600846 w 12191999"/>
                <a:gd name="connsiteY3" fmla="*/ 4171 h 647700"/>
                <a:gd name="connsiteX4" fmla="*/ 8223451 w 12191999"/>
                <a:gd name="connsiteY4" fmla="*/ 647700 h 647700"/>
                <a:gd name="connsiteX5" fmla="*/ 0 w 12191999"/>
                <a:gd name="connsiteY5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1999" h="647700">
                  <a:moveTo>
                    <a:pt x="0" y="0"/>
                  </a:moveTo>
                  <a:lnTo>
                    <a:pt x="12191999" y="0"/>
                  </a:lnTo>
                  <a:lnTo>
                    <a:pt x="12191999" y="4171"/>
                  </a:lnTo>
                  <a:lnTo>
                    <a:pt x="8600846" y="4171"/>
                  </a:lnTo>
                  <a:lnTo>
                    <a:pt x="8223451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8" name="任意多边形 5"/>
            <p:cNvSpPr/>
            <p:nvPr/>
          </p:nvSpPr>
          <p:spPr>
            <a:xfrm>
              <a:off x="-1" y="191961"/>
              <a:ext cx="9144000" cy="524009"/>
            </a:xfrm>
            <a:custGeom>
              <a:avLst/>
              <a:gdLst>
                <a:gd name="connsiteX0" fmla="*/ 8649011 w 12192000"/>
                <a:gd name="connsiteY0" fmla="*/ 0 h 698678"/>
                <a:gd name="connsiteX1" fmla="*/ 12192000 w 12192000"/>
                <a:gd name="connsiteY1" fmla="*/ 0 h 698678"/>
                <a:gd name="connsiteX2" fmla="*/ 12192000 w 12192000"/>
                <a:gd name="connsiteY2" fmla="*/ 45719 h 698678"/>
                <a:gd name="connsiteX3" fmla="*/ 8689612 w 12192000"/>
                <a:gd name="connsiteY3" fmla="*/ 45719 h 698678"/>
                <a:gd name="connsiteX4" fmla="*/ 8309954 w 12192000"/>
                <a:gd name="connsiteY4" fmla="*/ 698678 h 698678"/>
                <a:gd name="connsiteX5" fmla="*/ 8149486 w 12192000"/>
                <a:gd name="connsiteY5" fmla="*/ 698678 h 698678"/>
                <a:gd name="connsiteX6" fmla="*/ 8149901 w 12192000"/>
                <a:gd name="connsiteY6" fmla="*/ 697970 h 698678"/>
                <a:gd name="connsiteX7" fmla="*/ 0 w 12192000"/>
                <a:gd name="connsiteY7" fmla="*/ 697970 h 698678"/>
                <a:gd name="connsiteX8" fmla="*/ 0 w 12192000"/>
                <a:gd name="connsiteY8" fmla="*/ 652251 h 698678"/>
                <a:gd name="connsiteX9" fmla="*/ 8176713 w 12192000"/>
                <a:gd name="connsiteY9" fmla="*/ 652251 h 698678"/>
                <a:gd name="connsiteX10" fmla="*/ 8557764 w 12192000"/>
                <a:gd name="connsiteY10" fmla="*/ 2487 h 698678"/>
                <a:gd name="connsiteX11" fmla="*/ 8649011 w 12192000"/>
                <a:gd name="connsiteY11" fmla="*/ 2487 h 698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192000" h="698678">
                  <a:moveTo>
                    <a:pt x="8649011" y="0"/>
                  </a:moveTo>
                  <a:lnTo>
                    <a:pt x="12192000" y="0"/>
                  </a:lnTo>
                  <a:lnTo>
                    <a:pt x="12192000" y="45719"/>
                  </a:lnTo>
                  <a:lnTo>
                    <a:pt x="8689612" y="45719"/>
                  </a:lnTo>
                  <a:lnTo>
                    <a:pt x="8309954" y="698678"/>
                  </a:lnTo>
                  <a:lnTo>
                    <a:pt x="8149486" y="698678"/>
                  </a:lnTo>
                  <a:lnTo>
                    <a:pt x="8149901" y="697970"/>
                  </a:lnTo>
                  <a:lnTo>
                    <a:pt x="0" y="697970"/>
                  </a:lnTo>
                  <a:lnTo>
                    <a:pt x="0" y="652251"/>
                  </a:lnTo>
                  <a:lnTo>
                    <a:pt x="8176713" y="652251"/>
                  </a:lnTo>
                  <a:lnTo>
                    <a:pt x="8557764" y="2487"/>
                  </a:lnTo>
                  <a:lnTo>
                    <a:pt x="8649011" y="2487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  <p:sp>
          <p:nvSpPr>
            <p:cNvPr id="9" name="任意多边形 6"/>
            <p:cNvSpPr/>
            <p:nvPr/>
          </p:nvSpPr>
          <p:spPr>
            <a:xfrm>
              <a:off x="6231369" y="228409"/>
              <a:ext cx="2914416" cy="485775"/>
            </a:xfrm>
            <a:custGeom>
              <a:avLst/>
              <a:gdLst>
                <a:gd name="connsiteX0" fmla="*/ 379841 w 3885888"/>
                <a:gd name="connsiteY0" fmla="*/ 0 h 647700"/>
                <a:gd name="connsiteX1" fmla="*/ 3885888 w 3885888"/>
                <a:gd name="connsiteY1" fmla="*/ 0 h 647700"/>
                <a:gd name="connsiteX2" fmla="*/ 3885888 w 3885888"/>
                <a:gd name="connsiteY2" fmla="*/ 647700 h 647700"/>
                <a:gd name="connsiteX3" fmla="*/ 0 w 3885888"/>
                <a:gd name="connsiteY3" fmla="*/ 647700 h 647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85888" h="647700">
                  <a:moveTo>
                    <a:pt x="379841" y="0"/>
                  </a:moveTo>
                  <a:lnTo>
                    <a:pt x="3885888" y="0"/>
                  </a:lnTo>
                  <a:lnTo>
                    <a:pt x="3885888" y="647700"/>
                  </a:lnTo>
                  <a:lnTo>
                    <a:pt x="0" y="647700"/>
                  </a:lnTo>
                  <a:close/>
                </a:path>
              </a:pathLst>
            </a:custGeom>
            <a:solidFill>
              <a:srgbClr val="3D89B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5">
                <a:solidFill>
                  <a:prstClr val="white"/>
                </a:solidFill>
              </a:endParaRPr>
            </a:p>
          </p:txBody>
        </p:sp>
      </p:grpSp>
      <p:sp>
        <p:nvSpPr>
          <p:cNvPr id="11" name="文本占位符 10"/>
          <p:cNvSpPr>
            <a:spLocks noGrp="1"/>
          </p:cNvSpPr>
          <p:nvPr>
            <p:ph type="body" sz="quarter" idx="13" hasCustomPrompt="1"/>
          </p:nvPr>
        </p:nvSpPr>
        <p:spPr>
          <a:xfrm>
            <a:off x="392113" y="948743"/>
            <a:ext cx="7094537" cy="544391"/>
          </a:xfrm>
        </p:spPr>
        <p:txBody>
          <a:bodyPr>
            <a:normAutofit/>
          </a:bodyPr>
          <a:lstStyle>
            <a:lvl1pPr marL="0" indent="0">
              <a:buNone/>
              <a:defRPr sz="16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3" name="内容占位符 12"/>
          <p:cNvSpPr>
            <a:spLocks noGrp="1"/>
          </p:cNvSpPr>
          <p:nvPr>
            <p:ph sz="quarter" idx="14" hasCustomPrompt="1"/>
          </p:nvPr>
        </p:nvSpPr>
        <p:spPr>
          <a:xfrm>
            <a:off x="628650" y="1863725"/>
            <a:ext cx="7886700" cy="40449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14" name="矩形 13"/>
          <p:cNvSpPr/>
          <p:nvPr userDrawn="1"/>
        </p:nvSpPr>
        <p:spPr>
          <a:xfrm>
            <a:off x="0" y="6123215"/>
            <a:ext cx="9144000" cy="54614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0" y="6669360"/>
            <a:ext cx="9144000" cy="188640"/>
          </a:xfrm>
          <a:prstGeom prst="rect">
            <a:avLst/>
          </a:prstGeom>
          <a:solidFill>
            <a:srgbClr val="3D89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2025/2/21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0" y="1997136"/>
            <a:ext cx="7084431" cy="1791128"/>
            <a:chOff x="-1" y="2037922"/>
            <a:chExt cx="12192763" cy="1791128"/>
          </a:xfrm>
        </p:grpSpPr>
        <p:sp>
          <p:nvSpPr>
            <p:cNvPr id="6" name="矩形 5"/>
            <p:cNvSpPr/>
            <p:nvPr/>
          </p:nvSpPr>
          <p:spPr>
            <a:xfrm>
              <a:off x="762" y="2038350"/>
              <a:ext cx="12192000" cy="179070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762" y="2037922"/>
              <a:ext cx="12192000" cy="7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-1" y="3752264"/>
              <a:ext cx="12192000" cy="72000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391"/>
          <a:stretch>
            <a:fillRect/>
          </a:stretch>
        </p:blipFill>
        <p:spPr>
          <a:xfrm flipH="1">
            <a:off x="6143625" y="0"/>
            <a:ext cx="3000375" cy="6858000"/>
          </a:xfrm>
          <a:prstGeom prst="rect">
            <a:avLst/>
          </a:prstGeom>
        </p:spPr>
      </p:pic>
      <p:sp>
        <p:nvSpPr>
          <p:cNvPr id="10" name="文本框 5"/>
          <p:cNvSpPr txBox="1"/>
          <p:nvPr userDrawn="1"/>
        </p:nvSpPr>
        <p:spPr>
          <a:xfrm>
            <a:off x="1371600" y="2328817"/>
            <a:ext cx="41857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spc="600" dirty="0">
                <a:solidFill>
                  <a:srgbClr val="FFFFFF"/>
                </a:solidFill>
              </a:rPr>
              <a:t>感谢聆听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tags" Target="../tags/tag6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3" Type="http://schemas.openxmlformats.org/officeDocument/2006/relationships/slideLayout" Target="../slideLayouts/slideLayout11.xml"/><Relationship Id="rId7" Type="http://schemas.openxmlformats.org/officeDocument/2006/relationships/tags" Target="../tags/tag8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ags" Target="../tags/tag7.xml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3" Type="http://schemas.openxmlformats.org/officeDocument/2006/relationships/slideLayout" Target="../slideLayouts/slideLayout15.xml"/><Relationship Id="rId7" Type="http://schemas.openxmlformats.org/officeDocument/2006/relationships/tags" Target="../tags/tag11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ags" Target="../tags/tag10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2025/2/21</a:t>
            </a:fld>
            <a:endParaRPr lang="zh-CN" altLang="en-US" dirty="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KSO_TEMPLATE" hidden="1"/>
          <p:cNvSpPr/>
          <p:nvPr userDrawn="1">
            <p:custDataLst>
              <p:tags r:id="rId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6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2025/2/21</a:t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2025/2/21</a:t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7"/>
            </p:custDataLst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2025/2/21</a:t>
            </a:fld>
            <a:endParaRPr lang="zh-CN" altLang="en-US" dirty="0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  <a:latin typeface="SimHei" panose="02010609060101010101" pitchFamily="49" charset="-122"/>
                <a:ea typeface="SimHei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>
                <a:solidFill>
                  <a:srgbClr val="FFFFFF">
                    <a:lumMod val="50000"/>
                  </a:srgbClr>
                </a:solidFill>
              </a:rPr>
              <a:t>‹#›</a:t>
            </a:fld>
            <a:endParaRPr lang="zh-CN" altLang="en-US">
              <a:solidFill>
                <a:srgbClr val="FFFFFF">
                  <a:lumMod val="50000"/>
                </a:srgbClr>
              </a:solidFill>
            </a:endParaRPr>
          </a:p>
        </p:txBody>
      </p:sp>
      <p:sp>
        <p:nvSpPr>
          <p:cNvPr id="2" name="KSO_TEMPLATE" hidden="1"/>
          <p:cNvSpPr/>
          <p:nvPr userDrawn="1">
            <p:custDataLst>
              <p:tags r:id="rId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-7143" y="-9147"/>
            <a:ext cx="9158091" cy="382199"/>
          </a:xfrm>
          <a:prstGeom prst="rect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1355" dirty="0" smtClean="0">
                <a:solidFill>
                  <a:prstClr val="white"/>
                </a:solidFill>
              </a:rPr>
              <a:t>Python</a:t>
            </a:r>
            <a:r>
              <a:rPr lang="zh-CN" altLang="en-US" sz="1355" dirty="0" smtClean="0">
                <a:solidFill>
                  <a:prstClr val="white"/>
                </a:solidFill>
              </a:rPr>
              <a:t>教材</a:t>
            </a:r>
            <a:endParaRPr lang="zh-CN" altLang="en-US" sz="1355" dirty="0">
              <a:solidFill>
                <a:prstClr val="white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97682" y="2560405"/>
            <a:ext cx="7058343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7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Python</a:t>
            </a:r>
            <a:r>
              <a:rPr lang="zh-CN" altLang="en-US" sz="7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入门</a:t>
            </a:r>
            <a:r>
              <a:rPr lang="en-US" altLang="zh-CN" sz="7200" b="0" cap="none" spc="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-SAP</a:t>
            </a:r>
            <a:endParaRPr lang="zh-TW" altLang="en-US" sz="7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6535265" y="5710535"/>
            <a:ext cx="2146357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2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Wen-</a:t>
            </a:r>
            <a:r>
              <a:rPr lang="en-US" altLang="zh-CN" sz="2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yan_Sun</a:t>
            </a:r>
            <a:endParaRPr lang="en-US" altLang="zh-CN" sz="2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endParaRPr lang="en-US" altLang="zh-CN" sz="2400" dirty="0" smtClean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r"/>
            <a:r>
              <a:rPr lang="en-US" altLang="zh-TW" sz="1600" b="1" cap="none" spc="0" dirty="0" smtClean="0">
                <a:ln w="0"/>
                <a:solidFill>
                  <a:schemeClr val="accent2">
                    <a:lumMod val="40000"/>
                    <a:lumOff val="6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2022/12/10</a:t>
            </a:r>
            <a:endParaRPr lang="zh-TW" altLang="en-US" sz="1600" b="1" cap="none" spc="0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64982" y="134607"/>
            <a:ext cx="183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Python</a:t>
            </a:r>
            <a:r>
              <a:rPr lang="zh-CN" altLang="en-US" dirty="0" smtClean="0">
                <a:solidFill>
                  <a:schemeClr val="bg1"/>
                </a:solidFill>
              </a:rPr>
              <a:t>教材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465783" y="319273"/>
            <a:ext cx="26801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solidFill>
                  <a:schemeClr val="bg1"/>
                </a:solidFill>
              </a:rPr>
              <a:t>SAP-Script...</a:t>
            </a:r>
            <a:r>
              <a:rPr lang="zh-CN" altLang="en-US" sz="1600" dirty="0" smtClean="0">
                <a:solidFill>
                  <a:schemeClr val="bg1"/>
                </a:solidFill>
              </a:rPr>
              <a:t>功能权限申请</a:t>
            </a:r>
            <a:endParaRPr lang="zh-TW" altLang="en-US" sz="1600" dirty="0">
              <a:solidFill>
                <a:schemeClr val="bg1"/>
              </a:solidFill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32" y="4721967"/>
            <a:ext cx="4833760" cy="1099661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332" y="927938"/>
            <a:ext cx="5100990" cy="329681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908788" y="927938"/>
            <a:ext cx="310988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如未开通，</a:t>
            </a:r>
            <a:r>
              <a:rPr lang="zh-TW" altLang="en-US" dirty="0" smtClean="0"/>
              <a:t>請</a:t>
            </a:r>
            <a:r>
              <a:rPr lang="zh-TW" altLang="en-US" dirty="0"/>
              <a:t>填寫 </a:t>
            </a:r>
            <a:r>
              <a:rPr lang="en-US" altLang="zh-TW" dirty="0"/>
              <a:t>SSA – SAP</a:t>
            </a:r>
            <a:r>
              <a:rPr lang="zh-TW" altLang="en-US" dirty="0"/>
              <a:t>工作聯絡單</a:t>
            </a:r>
          </a:p>
          <a:p>
            <a:r>
              <a:rPr lang="en-US" altLang="zh-TW" dirty="0"/>
              <a:t>FIP </a:t>
            </a:r>
            <a:r>
              <a:rPr lang="zh-TW" altLang="en-US" dirty="0"/>
              <a:t>申請頁面：</a:t>
            </a:r>
            <a:r>
              <a:rPr lang="en-US" altLang="zh-TW" dirty="0"/>
              <a:t>http://fip.pegatroncorp.com/FIP2/Apply</a:t>
            </a:r>
          </a:p>
          <a:p>
            <a:r>
              <a:rPr lang="zh-TW" altLang="en-US" dirty="0"/>
              <a:t>一個或多個 </a:t>
            </a:r>
            <a:r>
              <a:rPr lang="en-US" altLang="zh-TW" dirty="0"/>
              <a:t>SAP-ID Group </a:t>
            </a:r>
            <a:r>
              <a:rPr lang="zh-TW" altLang="en-US" dirty="0"/>
              <a:t>填一張單即可，例如：</a:t>
            </a:r>
            <a:r>
              <a:rPr lang="en-US" altLang="zh-TW" dirty="0"/>
              <a:t>SAP-ID Group</a:t>
            </a:r>
            <a:r>
              <a:rPr lang="zh-TW" altLang="en-US" dirty="0"/>
              <a:t>：</a:t>
            </a:r>
            <a:r>
              <a:rPr lang="en-US" altLang="zh-TW" dirty="0"/>
              <a:t>TA08MC001</a:t>
            </a:r>
            <a:r>
              <a:rPr lang="en-US" altLang="zh-TW" dirty="0" smtClean="0"/>
              <a:t>*</a:t>
            </a:r>
            <a:endParaRPr lang="en-US" altLang="zh-TW" dirty="0"/>
          </a:p>
          <a:p>
            <a:r>
              <a:rPr lang="zh-TW" altLang="en-US" dirty="0"/>
              <a:t>填寫內容請參考如下</a:t>
            </a:r>
            <a:r>
              <a:rPr lang="en-US" altLang="zh-TW" dirty="0"/>
              <a:t>Sample</a:t>
            </a:r>
          </a:p>
          <a:p>
            <a:r>
              <a:rPr lang="zh-TW" altLang="en-US" dirty="0"/>
              <a:t>表單用途：</a:t>
            </a:r>
            <a:r>
              <a:rPr lang="en-US" altLang="zh-TW" dirty="0"/>
              <a:t>SAP</a:t>
            </a:r>
            <a:r>
              <a:rPr lang="zh-TW" altLang="en-US" dirty="0"/>
              <a:t>權限異動</a:t>
            </a:r>
          </a:p>
          <a:p>
            <a:r>
              <a:rPr lang="zh-TW" altLang="en-US" dirty="0"/>
              <a:t>模組：</a:t>
            </a:r>
            <a:r>
              <a:rPr lang="en-US" altLang="zh-TW" dirty="0"/>
              <a:t>basis</a:t>
            </a:r>
          </a:p>
          <a:p>
            <a:r>
              <a:rPr lang="zh-TW" altLang="en-US" dirty="0"/>
              <a:t>受文者：</a:t>
            </a:r>
            <a:r>
              <a:rPr lang="en-US" altLang="zh-TW" dirty="0" err="1"/>
              <a:t>rocker_chen</a:t>
            </a:r>
            <a:endParaRPr lang="en-US" altLang="zh-TW" dirty="0"/>
          </a:p>
          <a:p>
            <a:r>
              <a:rPr lang="zh-TW" altLang="en-US" dirty="0"/>
              <a:t>內容說明：</a:t>
            </a:r>
            <a:r>
              <a:rPr lang="en-US" altLang="zh-TW" dirty="0"/>
              <a:t>SAP-ID Group</a:t>
            </a:r>
            <a:r>
              <a:rPr lang="zh-TW" altLang="en-US" dirty="0"/>
              <a:t>：</a:t>
            </a:r>
            <a:r>
              <a:rPr lang="en-US" altLang="zh-TW" dirty="0"/>
              <a:t>TA08MC001* </a:t>
            </a:r>
            <a:r>
              <a:rPr lang="zh-TW" altLang="en-US" dirty="0"/>
              <a:t>，要增加 </a:t>
            </a:r>
            <a:r>
              <a:rPr lang="en-US" altLang="zh-TW" dirty="0"/>
              <a:t>role</a:t>
            </a:r>
            <a:r>
              <a:rPr lang="zh-TW" altLang="en-US" dirty="0"/>
              <a:t>：</a:t>
            </a:r>
            <a:r>
              <a:rPr lang="en-US" altLang="zh-TW" dirty="0" smtClean="0"/>
              <a:t>Z_S_SCR</a:t>
            </a:r>
            <a:endParaRPr lang="en-US" altLang="zh-TW" dirty="0"/>
          </a:p>
          <a:p>
            <a:r>
              <a:rPr lang="zh-TW" altLang="en-US" dirty="0"/>
              <a:t>說明需要申請的</a:t>
            </a:r>
            <a:r>
              <a:rPr lang="zh-TW" altLang="en-US" dirty="0" smtClean="0"/>
              <a:t>原因</a:t>
            </a:r>
            <a:endParaRPr lang="en-US" altLang="zh-TW" dirty="0" smtClean="0"/>
          </a:p>
          <a:p>
            <a:r>
              <a:rPr lang="zh-CN" altLang="en-US" dirty="0" smtClean="0"/>
              <a:t>参考右图</a:t>
            </a:r>
            <a:endParaRPr lang="en-US" altLang="zh-TW" dirty="0"/>
          </a:p>
        </p:txBody>
      </p:sp>
      <p:sp>
        <p:nvSpPr>
          <p:cNvPr id="11" name="向右箭號 10"/>
          <p:cNvSpPr/>
          <p:nvPr/>
        </p:nvSpPr>
        <p:spPr>
          <a:xfrm rot="10800000">
            <a:off x="5444624" y="5430701"/>
            <a:ext cx="336891" cy="1474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453274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64982" y="134607"/>
            <a:ext cx="183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Python</a:t>
            </a:r>
            <a:r>
              <a:rPr lang="zh-CN" altLang="en-US" dirty="0" smtClean="0">
                <a:solidFill>
                  <a:schemeClr val="bg1"/>
                </a:solidFill>
              </a:rPr>
              <a:t>教材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981703" y="1009320"/>
            <a:ext cx="66398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需要引用的库：</a:t>
            </a:r>
            <a:endParaRPr lang="en-US" altLang="zh-TW" dirty="0" smtClean="0"/>
          </a:p>
          <a:p>
            <a:r>
              <a:rPr lang="en-US" altLang="zh-TW" dirty="0" smtClean="0"/>
              <a:t>import </a:t>
            </a:r>
            <a:r>
              <a:rPr lang="en-US" altLang="zh-TW" dirty="0"/>
              <a:t>win32com.client</a:t>
            </a:r>
          </a:p>
          <a:p>
            <a:r>
              <a:rPr lang="en-US" altLang="zh-TW" dirty="0"/>
              <a:t>import </a:t>
            </a:r>
            <a:r>
              <a:rPr lang="en-US" altLang="zh-TW" dirty="0" smtClean="0"/>
              <a:t>win32gui,win32con,time,subprocess</a:t>
            </a:r>
            <a:endParaRPr lang="en-US" altLang="zh-TW" dirty="0"/>
          </a:p>
          <a:p>
            <a:r>
              <a:rPr lang="en-US" altLang="zh-TW" dirty="0"/>
              <a:t>import </a:t>
            </a:r>
            <a:r>
              <a:rPr lang="en-US" altLang="zh-TW" dirty="0" err="1"/>
              <a:t>os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6860322" y="319273"/>
            <a:ext cx="1257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>
                <a:solidFill>
                  <a:schemeClr val="bg1"/>
                </a:solidFill>
              </a:rPr>
              <a:t>SAP</a:t>
            </a:r>
            <a:r>
              <a:rPr lang="zh-CN" altLang="en-US" dirty="0">
                <a:solidFill>
                  <a:schemeClr val="bg1"/>
                </a:solidFill>
              </a:rPr>
              <a:t>开启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17" y="2388265"/>
            <a:ext cx="3137844" cy="3554021"/>
          </a:xfrm>
          <a:prstGeom prst="rect">
            <a:avLst/>
          </a:prstGeom>
        </p:spPr>
      </p:pic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1577558" y="2715030"/>
            <a:ext cx="1806905" cy="26314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import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win32com.client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import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win32gui, win32con,time,subprocess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import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os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/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進入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SAP</a:t>
            </a:r>
            <a:b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os.system(</a:t>
            </a:r>
            <a:r>
              <a:rPr kumimoji="0" lang="zh-CN" altLang="zh-CN" sz="3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Arial Unicode MS"/>
                <a:ea typeface="JetBrains Mono"/>
              </a:rPr>
              <a:t>'taskkill /F /IM saplogon.exe'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                            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假如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SAP 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已打開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則允以關閉</a:t>
            </a:r>
            <a:b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sap_app = </a:t>
            </a:r>
            <a:r>
              <a:rPr kumimoji="0" lang="zh-CN" altLang="zh-CN" sz="3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Arial Unicode MS"/>
                <a:ea typeface="JetBrains Mono"/>
              </a:rPr>
              <a:t>r'C:\Program Files (x86)\SAP\FrontEnd\SAPgui\saplogon.exe'  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您的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saplogon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程序本地完整路径</a:t>
            </a:r>
            <a:b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subprocess.Popen(sap_app)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time.sleep(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3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/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flt =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while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flt ==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try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hwnd = win32gui.FindWindow(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None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3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Arial Unicode MS"/>
                <a:ea typeface="JetBrains Mono"/>
              </a:rPr>
              <a:t>"SAP Logon 770"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 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注意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SAP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版本</a:t>
            </a:r>
            <a:b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</a:b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       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flt = win32gui.FindWindowEx(hwnd,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None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3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Arial Unicode MS"/>
                <a:ea typeface="JetBrains Mono"/>
              </a:rPr>
              <a:t>"Edit"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None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 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capture handle of filter</a:t>
            </a:r>
            <a:b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except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time.sleep(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0.5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win32gui.SendMessage(flt, win32con.WM_SETTEXT,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None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3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Arial Unicode MS"/>
                <a:ea typeface="JetBrains Mono"/>
              </a:rPr>
              <a:t>"PRD - G1"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 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不同版本可能不同</a:t>
            </a:r>
            <a:b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win32gui.SendMessage(flt, win32con.WM_KEYDOWN, win32con.VK_RIGHT,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win32gui.SendMessage(flt, win32con.WM_KEYUP, win32con.VK_RIGHT,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time.sleep(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0.1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/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dlg = win32gui.FindWindowEx(hwnd,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None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3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Arial Unicode MS"/>
                <a:ea typeface="JetBrains Mono"/>
              </a:rPr>
              <a:t>"Button"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None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  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登陆（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  <a:t>）</a:t>
            </a:r>
            <a:b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細明體" panose="02020509000000000000" pitchFamily="49" charset="-120"/>
                <a:ea typeface="細明體" panose="02020509000000000000" pitchFamily="49" charset="-120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win32gui.SendMessage(dlg, win32con.WM_LBUTTONDOWN,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win32gui.SendMessage(dlg, win32con.WM_LBUTTONUP,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/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SapGuiAuto = win32com.client.GetObject(</a:t>
            </a:r>
            <a:r>
              <a:rPr kumimoji="0" lang="zh-CN" altLang="zh-CN" sz="300" b="1" i="0" u="none" strike="noStrike" cap="none" normalizeH="0" baseline="0" dirty="0" smtClean="0">
                <a:ln>
                  <a:noFill/>
                </a:ln>
                <a:solidFill>
                  <a:srgbClr val="008080"/>
                </a:solidFill>
                <a:effectLst/>
                <a:latin typeface="Arial Unicode MS"/>
                <a:ea typeface="JetBrains Mono"/>
              </a:rPr>
              <a:t>"SAPGUI"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not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type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(SapGuiAuto) == win32com.client.CDispatch: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exit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/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application = SapGuiAuto.GetScriptingEngine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not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type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(application) == win32com.client.CDispatch: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SapGuiAuto =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None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exit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/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connection = application.Children(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not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type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(connection) == win32com.client.CDispatch: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application =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None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SapGuiAuto =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None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exit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time.sleep(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2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  <a:t>#</a:t>
            </a:r>
            <a:br>
              <a:rPr kumimoji="0" lang="zh-CN" altLang="zh-CN" sz="300" b="0" i="1" u="none" strike="noStrike" cap="none" normalizeH="0" baseline="0" dirty="0" smtClean="0">
                <a:ln>
                  <a:noFill/>
                </a:ln>
                <a:solidFill>
                  <a:srgbClr val="8C8C8C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flag =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while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flag ==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try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session = connection.Children(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flag =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1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except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time.sleep(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1750EB"/>
                </a:solidFill>
                <a:effectLst/>
                <a:latin typeface="Arial Unicode MS"/>
                <a:ea typeface="JetBrains Mono"/>
              </a:rPr>
              <a:t>0.5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)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/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if not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type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(session) == win32com.client.CDispatch: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connection =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None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application =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None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SapGuiAuto =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None</a:t>
            </a:r>
            <a:b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00080"/>
                </a:solidFill>
                <a:effectLst/>
                <a:latin typeface="Arial Unicode MS"/>
                <a:ea typeface="JetBrains Mono"/>
              </a:rPr>
              <a:t>exit</a:t>
            </a:r>
            <a:r>
              <a:rPr kumimoji="0" lang="zh-CN" altLang="zh-CN" sz="3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()</a:t>
            </a:r>
            <a:endParaRPr kumimoji="0" lang="zh-CN" altLang="zh-CN" sz="5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圖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906" y="2385996"/>
            <a:ext cx="4553434" cy="3556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24864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64982" y="134607"/>
            <a:ext cx="183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Python</a:t>
            </a:r>
            <a:r>
              <a:rPr lang="zh-CN" altLang="en-US" dirty="0" smtClean="0">
                <a:solidFill>
                  <a:schemeClr val="bg1"/>
                </a:solidFill>
              </a:rPr>
              <a:t>教材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860322" y="319273"/>
            <a:ext cx="1619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代码的录制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11" name="圖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426" y="873755"/>
            <a:ext cx="7375741" cy="5107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99229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64982" y="134607"/>
            <a:ext cx="183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Python</a:t>
            </a:r>
            <a:r>
              <a:rPr lang="zh-CN" altLang="en-US" dirty="0" smtClean="0">
                <a:solidFill>
                  <a:schemeClr val="bg1"/>
                </a:solidFill>
              </a:rPr>
              <a:t>教材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860322" y="319273"/>
            <a:ext cx="1619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代码的录制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29" y="920386"/>
            <a:ext cx="7335712" cy="5094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67892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64982" y="134607"/>
            <a:ext cx="183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Python</a:t>
            </a:r>
            <a:r>
              <a:rPr lang="zh-CN" altLang="en-US" dirty="0" smtClean="0">
                <a:solidFill>
                  <a:schemeClr val="bg1"/>
                </a:solidFill>
              </a:rPr>
              <a:t>教材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860322" y="319273"/>
            <a:ext cx="1619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代码的录制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02" y="1161752"/>
            <a:ext cx="8562911" cy="4779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8132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64982" y="134607"/>
            <a:ext cx="183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Python</a:t>
            </a:r>
            <a:r>
              <a:rPr lang="zh-CN" altLang="en-US" dirty="0" smtClean="0">
                <a:solidFill>
                  <a:schemeClr val="bg1"/>
                </a:solidFill>
              </a:rPr>
              <a:t>教材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957795" y="272857"/>
            <a:ext cx="2028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代码的录制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235" y="1371923"/>
            <a:ext cx="4833048" cy="145280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79" y="3133442"/>
            <a:ext cx="4211186" cy="2813809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8360" y="3133442"/>
            <a:ext cx="3523923" cy="2805672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310988" y="1775158"/>
            <a:ext cx="33558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如果出现如</a:t>
            </a:r>
            <a:r>
              <a:rPr lang="zh-CN" altLang="en-US" dirty="0"/>
              <a:t>右</a:t>
            </a:r>
            <a:r>
              <a:rPr lang="zh-CN" altLang="en-US" dirty="0" smtClean="0"/>
              <a:t>提示，无法录制，按照如下方法设置</a:t>
            </a:r>
            <a:r>
              <a:rPr lang="en-US" altLang="zh-CN" dirty="0" smtClean="0"/>
              <a:t>SAP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1247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64982" y="134607"/>
            <a:ext cx="183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Python</a:t>
            </a:r>
            <a:r>
              <a:rPr lang="zh-CN" altLang="en-US" dirty="0" smtClean="0">
                <a:solidFill>
                  <a:schemeClr val="bg1"/>
                </a:solidFill>
              </a:rPr>
              <a:t>教材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7069195" y="319273"/>
            <a:ext cx="1619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代码的</a:t>
            </a:r>
            <a:r>
              <a:rPr lang="zh-CN" altLang="en-US" dirty="0">
                <a:solidFill>
                  <a:schemeClr val="bg1"/>
                </a:solidFill>
              </a:rPr>
              <a:t>修改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4548792" y="22419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1185001" y="1791667"/>
            <a:ext cx="709704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代码的修改：</a:t>
            </a:r>
            <a:endParaRPr lang="en-US" altLang="zh-CN" dirty="0" smtClean="0"/>
          </a:p>
          <a:p>
            <a:endParaRPr lang="en-US" altLang="zh-TW" dirty="0"/>
          </a:p>
          <a:p>
            <a:r>
              <a:rPr lang="zh-CN" altLang="en-US" dirty="0" smtClean="0"/>
              <a:t>由于</a:t>
            </a:r>
            <a:r>
              <a:rPr lang="en-US" altLang="zh-CN" dirty="0" smtClean="0"/>
              <a:t>SAP Script</a:t>
            </a:r>
            <a:r>
              <a:rPr lang="zh-CN" altLang="en-US" dirty="0" smtClean="0"/>
              <a:t>的语言是</a:t>
            </a:r>
            <a:r>
              <a:rPr lang="en-US" altLang="zh-CN" dirty="0" smtClean="0"/>
              <a:t>VB</a:t>
            </a:r>
            <a:r>
              <a:rPr lang="zh-CN" altLang="en-US" dirty="0" smtClean="0"/>
              <a:t>语言，与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语言语法不完全相同，需要进行修改。如：</a:t>
            </a:r>
            <a:endParaRPr lang="en-US" altLang="zh-CN" dirty="0" smtClean="0"/>
          </a:p>
          <a:p>
            <a:endParaRPr lang="en-US" altLang="zh-TW" dirty="0"/>
          </a:p>
          <a:p>
            <a:r>
              <a:rPr lang="en-US" altLang="zh-TW" dirty="0" err="1"/>
              <a:t>session.findById</a:t>
            </a:r>
            <a:r>
              <a:rPr lang="en-US" altLang="zh-TW" dirty="0"/>
              <a:t>("</a:t>
            </a:r>
            <a:r>
              <a:rPr lang="en-US" altLang="zh-TW" dirty="0" err="1"/>
              <a:t>wnd</a:t>
            </a:r>
            <a:r>
              <a:rPr lang="en-US" altLang="zh-TW" dirty="0"/>
              <a:t>[0]").</a:t>
            </a:r>
            <a:r>
              <a:rPr lang="en-US" altLang="zh-TW" dirty="0" smtClean="0"/>
              <a:t>maximize</a:t>
            </a:r>
          </a:p>
          <a:p>
            <a:r>
              <a:rPr lang="zh-CN" altLang="en-US" dirty="0" smtClean="0"/>
              <a:t>要修改成</a:t>
            </a:r>
            <a:endParaRPr lang="en-US" altLang="zh-CN" dirty="0" smtClean="0"/>
          </a:p>
          <a:p>
            <a:r>
              <a:rPr lang="en-US" altLang="zh-TW" dirty="0" err="1"/>
              <a:t>session.findById</a:t>
            </a:r>
            <a:r>
              <a:rPr lang="en-US" altLang="zh-TW" dirty="0" smtClean="0"/>
              <a:t>(“</a:t>
            </a:r>
            <a:r>
              <a:rPr lang="en-US" altLang="zh-TW" dirty="0" err="1" smtClean="0"/>
              <a:t>wnd</a:t>
            </a:r>
            <a:r>
              <a:rPr lang="en-US" altLang="zh-TW" dirty="0" smtClean="0"/>
              <a:t>[0]”).maximize()</a:t>
            </a:r>
          </a:p>
          <a:p>
            <a:endParaRPr lang="en-US" altLang="zh-TW" dirty="0"/>
          </a:p>
          <a:p>
            <a:r>
              <a:rPr lang="zh-CN" altLang="en-US" dirty="0" smtClean="0"/>
              <a:t>修改完就可以运行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9940256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64982" y="134607"/>
            <a:ext cx="1833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Python</a:t>
            </a:r>
            <a:r>
              <a:rPr lang="zh-CN" altLang="en-US" dirty="0" smtClean="0">
                <a:solidFill>
                  <a:schemeClr val="bg1"/>
                </a:solidFill>
              </a:rPr>
              <a:t>教材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6860321" y="319273"/>
            <a:ext cx="19726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chemeClr val="bg1"/>
                </a:solidFill>
              </a:rPr>
              <a:t>代码的录制技巧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81" y="1534005"/>
            <a:ext cx="8034652" cy="2496644"/>
          </a:xfrm>
          <a:prstGeom prst="rect">
            <a:avLst/>
          </a:prstGeom>
        </p:spPr>
      </p:pic>
      <p:sp>
        <p:nvSpPr>
          <p:cNvPr id="4" name="文字方塊 3"/>
          <p:cNvSpPr txBox="1"/>
          <p:nvPr/>
        </p:nvSpPr>
        <p:spPr>
          <a:xfrm>
            <a:off x="705527" y="997949"/>
            <a:ext cx="7867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如果参数比较多时，配合</a:t>
            </a:r>
            <a:r>
              <a:rPr lang="en-US" altLang="zh-CN" dirty="0" smtClean="0"/>
              <a:t>excel</a:t>
            </a:r>
            <a:r>
              <a:rPr lang="zh-CN" altLang="en-US" dirty="0" smtClean="0"/>
              <a:t>复制，使用</a:t>
            </a:r>
            <a:r>
              <a:rPr lang="en-US" altLang="zh-CN" dirty="0" smtClean="0"/>
              <a:t>SAP</a:t>
            </a:r>
            <a:r>
              <a:rPr lang="zh-CN" altLang="en-US" dirty="0" smtClean="0"/>
              <a:t>自带的黏贴功能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299" y="2517919"/>
            <a:ext cx="5387605" cy="3591737"/>
          </a:xfrm>
          <a:prstGeom prst="rect">
            <a:avLst/>
          </a:prstGeom>
        </p:spPr>
      </p:pic>
      <p:sp>
        <p:nvSpPr>
          <p:cNvPr id="5" name="向左箭號 4"/>
          <p:cNvSpPr/>
          <p:nvPr/>
        </p:nvSpPr>
        <p:spPr>
          <a:xfrm rot="5400000">
            <a:off x="3925151" y="4610630"/>
            <a:ext cx="389898" cy="139249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84354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64982" y="134607"/>
            <a:ext cx="1457470" cy="371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Python</a:t>
            </a:r>
            <a:r>
              <a:rPr lang="zh-CN" altLang="en-US" dirty="0" smtClean="0">
                <a:solidFill>
                  <a:schemeClr val="bg1"/>
                </a:solidFill>
              </a:rPr>
              <a:t>教材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 rot="1764931">
            <a:off x="511866" y="2650998"/>
            <a:ext cx="811033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96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Thank   you</a:t>
            </a:r>
            <a:endParaRPr lang="zh-TW" altLang="en-US" sz="96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7560035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、6、10、14、20、26、27、28、29、31"/>
</p:tagLst>
</file>

<file path=ppt/theme/theme1.xml><?xml version="1.0" encoding="utf-8"?>
<a:theme xmlns:a="http://schemas.openxmlformats.org/drawingml/2006/main" name="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主题">
  <a:themeElements>
    <a:clrScheme name="自定义 21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</Words>
  <Application>Microsoft Office PowerPoint</Application>
  <PresentationFormat>如螢幕大小 (4:3)</PresentationFormat>
  <Paragraphs>49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4</vt:i4>
      </vt:variant>
      <vt:variant>
        <vt:lpstr>投影片標題</vt:lpstr>
      </vt:variant>
      <vt:variant>
        <vt:i4>10</vt:i4>
      </vt:variant>
    </vt:vector>
  </HeadingPairs>
  <TitlesOfParts>
    <vt:vector size="24" baseType="lpstr">
      <vt:lpstr>Arial Unicode MS</vt:lpstr>
      <vt:lpstr>JetBrains Mono</vt:lpstr>
      <vt:lpstr>Microsoft YaHei</vt:lpstr>
      <vt:lpstr>Microsoft YaHei</vt:lpstr>
      <vt:lpstr>SimHei</vt:lpstr>
      <vt:lpstr>SimSun</vt:lpstr>
      <vt:lpstr>細明體</vt:lpstr>
      <vt:lpstr>新細明體</vt:lpstr>
      <vt:lpstr>Arial</vt:lpstr>
      <vt:lpstr>Calibri</vt:lpstr>
      <vt:lpstr>Office 主题</vt:lpstr>
      <vt:lpstr>2_Office 主题</vt:lpstr>
      <vt:lpstr>3_Office 主题</vt:lpstr>
      <vt:lpstr>4_Office 主题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111</cp:revision>
  <dcterms:created xsi:type="dcterms:W3CDTF">2018-03-01T02:03:00Z</dcterms:created>
  <dcterms:modified xsi:type="dcterms:W3CDTF">2025-02-21T05:36:37Z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1028-10.8.0.6228</vt:lpwstr>
  </property>
</Properties>
</file>